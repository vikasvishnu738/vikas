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4"/>
  </p:sldMasterIdLst>
  <p:notesMasterIdLst>
    <p:notesMasterId r:id="rId29"/>
  </p:notesMasterIdLst>
  <p:handoutMasterIdLst>
    <p:handoutMasterId r:id="rId30"/>
  </p:handoutMasterIdLst>
  <p:sldIdLst>
    <p:sldId id="256" r:id="rId5"/>
    <p:sldId id="1440" r:id="rId6"/>
    <p:sldId id="1426" r:id="rId7"/>
    <p:sldId id="1411" r:id="rId8"/>
    <p:sldId id="1442" r:id="rId9"/>
    <p:sldId id="1439" r:id="rId10"/>
    <p:sldId id="1441" r:id="rId11"/>
    <p:sldId id="1437" r:id="rId12"/>
    <p:sldId id="1427" r:id="rId13"/>
    <p:sldId id="1438" r:id="rId14"/>
    <p:sldId id="1428" r:id="rId15"/>
    <p:sldId id="1430" r:id="rId16"/>
    <p:sldId id="1431" r:id="rId17"/>
    <p:sldId id="1432" r:id="rId18"/>
    <p:sldId id="1433" r:id="rId19"/>
    <p:sldId id="1435" r:id="rId20"/>
    <p:sldId id="1434" r:id="rId21"/>
    <p:sldId id="1436" r:id="rId22"/>
    <p:sldId id="1444" r:id="rId23"/>
    <p:sldId id="1445" r:id="rId24"/>
    <p:sldId id="1446" r:id="rId25"/>
    <p:sldId id="1447" r:id="rId26"/>
    <p:sldId id="1448" r:id="rId27"/>
    <p:sldId id="1443" r:id="rId28"/>
  </p:sldIdLst>
  <p:sldSz cx="12192000" cy="6858000"/>
  <p:notesSz cx="6858000" cy="9144000"/>
  <p:custDataLst>
    <p:tags r:id="rId31"/>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nerbeck Anke, CB-1" initials="DAC" lastIdx="16" clrIdx="0">
    <p:extLst>
      <p:ext uri="{19B8F6BF-5375-455C-9EA6-DF929625EA0E}">
        <p15:presenceInfo xmlns:p15="http://schemas.microsoft.com/office/powerpoint/2012/main" userId="S::anke.dannerbeck@bmwgroup.com::fd0449d5-378d-4b92-af7e-1dec4ec42989" providerId="AD"/>
      </p:ext>
    </p:extLst>
  </p:cmAuthor>
  <p:cmAuthor id="2" name="Mazur Karen, AU-1" initials="MKA" lastIdx="21" clrIdx="1">
    <p:extLst>
      <p:ext uri="{19B8F6BF-5375-455C-9EA6-DF929625EA0E}">
        <p15:presenceInfo xmlns:p15="http://schemas.microsoft.com/office/powerpoint/2012/main" userId="Mazur Karen, AU-1" providerId="None"/>
      </p:ext>
    </p:extLst>
  </p:cmAuthor>
  <p:cmAuthor id="3" name="Karen" initials="K" lastIdx="1" clrIdx="2">
    <p:extLst>
      <p:ext uri="{19B8F6BF-5375-455C-9EA6-DF929625EA0E}">
        <p15:presenceInfo xmlns:p15="http://schemas.microsoft.com/office/powerpoint/2012/main" userId="Kare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5970"/>
    <a:srgbClr val="6F6F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C083E6E3-FA7D-4D7B-A595-EF9225AFEA82}" styleName="Helle Formatvorlage 1 - Akz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5"/>
          </a:solidFill>
        </a:fill>
      </a:tcStyle>
    </a:band1H>
    <a:band2H>
      <a:tcStyle>
        <a:tcBdr/>
      </a:tcStyle>
    </a:band2H>
    <a:band1V>
      <a:tcStyle>
        <a:tcBdr/>
        <a:fill>
          <a:solidFill>
            <a:schemeClr val="accent5"/>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4660"/>
  </p:normalViewPr>
  <p:slideViewPr>
    <p:cSldViewPr snapToGrid="0">
      <p:cViewPr>
        <p:scale>
          <a:sx n="110" d="100"/>
          <a:sy n="110" d="100"/>
        </p:scale>
        <p:origin x="642" y="-1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latin typeface="BMWGroupTN Condensed" pitchFamily="50"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3581A5-E4C6-4927-B3C0-8FAA582B9D53}" type="datetimeFigureOut">
              <a:rPr lang="de-DE" smtClean="0">
                <a:latin typeface="BMWGroupTN Condensed" pitchFamily="50" charset="0"/>
              </a:rPr>
              <a:t>05.12.2025</a:t>
            </a:fld>
            <a:endParaRPr lang="de-DE">
              <a:latin typeface="BMWGroupTN Condensed" pitchFamily="50"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de-DE">
                <a:latin typeface="BMWGroupTN Condensed" pitchFamily="50" charset="0"/>
              </a:rPr>
              <a:t>TV-435|DEC 2025|SulaimanAli M</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AAB3B58-435A-4CAB-BEDA-B203A898BBFC}" type="slidenum">
              <a:rPr lang="de-DE" smtClean="0">
                <a:latin typeface="BMWGroupTN Condensed" pitchFamily="50" charset="0"/>
              </a:rPr>
              <a:t>‹#›</a:t>
            </a:fld>
            <a:endParaRPr lang="de-DE">
              <a:latin typeface="BMWGroupTN Condensed" pitchFamily="50" charset="0"/>
            </a:endParaRPr>
          </a:p>
        </p:txBody>
      </p:sp>
    </p:spTree>
    <p:extLst>
      <p:ext uri="{BB962C8B-B14F-4D97-AF65-F5344CB8AC3E}">
        <p14:creationId xmlns:p14="http://schemas.microsoft.com/office/powerpoint/2010/main" val="774455135"/>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BMWGroupTN Condensed" pitchFamily="50" charset="0"/>
              </a:defRPr>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BMWGroupTN Condensed" pitchFamily="50" charset="0"/>
              </a:defRPr>
            </a:lvl1pPr>
          </a:lstStyle>
          <a:p>
            <a:fld id="{C9ACC0F7-209C-4EE4-A1D5-BFF0CBCA9BC3}" type="datetimeFigureOut">
              <a:rPr lang="de-DE" smtClean="0"/>
              <a:pPr/>
              <a:t>05.12.2025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BMWGroupTN Condensed" pitchFamily="50" charset="0"/>
              </a:defRPr>
            </a:lvl1pPr>
          </a:lstStyle>
          <a:p>
            <a:r>
              <a:rPr lang="de-DE"/>
              <a:t>TV-435|DEC 2025|SulaimanAli M</a:t>
            </a:r>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BMWGroupTN Condensed" pitchFamily="50" charset="0"/>
              </a:defRPr>
            </a:lvl1pPr>
          </a:lstStyle>
          <a:p>
            <a:fld id="{845B7A2B-9D63-4AB1-9A7A-EE5F31796489}" type="slidenum">
              <a:rPr lang="de-DE" smtClean="0"/>
              <a:pPr/>
              <a:t>‹#›</a:t>
            </a:fld>
            <a:endParaRPr lang="de-DE"/>
          </a:p>
        </p:txBody>
      </p:sp>
    </p:spTree>
    <p:extLst>
      <p:ext uri="{BB962C8B-B14F-4D97-AF65-F5344CB8AC3E}">
        <p14:creationId xmlns:p14="http://schemas.microsoft.com/office/powerpoint/2010/main" val="4232265998"/>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BMWGroupTN Condensed" pitchFamily="50" charset="0"/>
        <a:ea typeface="+mn-ea"/>
        <a:cs typeface="+mn-cs"/>
      </a:defRPr>
    </a:lvl1pPr>
    <a:lvl2pPr marL="457200" algn="l" defTabSz="914400" rtl="0" eaLnBrk="1" latinLnBrk="0" hangingPunct="1">
      <a:defRPr sz="1200" kern="1200">
        <a:solidFill>
          <a:schemeClr val="tx1"/>
        </a:solidFill>
        <a:latin typeface="BMWGroupTN Condensed" pitchFamily="50" charset="0"/>
        <a:ea typeface="+mn-ea"/>
        <a:cs typeface="+mn-cs"/>
      </a:defRPr>
    </a:lvl2pPr>
    <a:lvl3pPr marL="914400" algn="l" defTabSz="914400" rtl="0" eaLnBrk="1" latinLnBrk="0" hangingPunct="1">
      <a:defRPr sz="1200" kern="1200">
        <a:solidFill>
          <a:schemeClr val="tx1"/>
        </a:solidFill>
        <a:latin typeface="BMWGroupTN Condensed" pitchFamily="50" charset="0"/>
        <a:ea typeface="+mn-ea"/>
        <a:cs typeface="+mn-cs"/>
      </a:defRPr>
    </a:lvl3pPr>
    <a:lvl4pPr marL="1371600" algn="l" defTabSz="914400" rtl="0" eaLnBrk="1" latinLnBrk="0" hangingPunct="1">
      <a:defRPr sz="1200" kern="1200">
        <a:solidFill>
          <a:schemeClr val="tx1"/>
        </a:solidFill>
        <a:latin typeface="BMWGroupTN Condensed" pitchFamily="50" charset="0"/>
        <a:ea typeface="+mn-ea"/>
        <a:cs typeface="+mn-cs"/>
      </a:defRPr>
    </a:lvl4pPr>
    <a:lvl5pPr marL="1828800" algn="l" defTabSz="914400" rtl="0" eaLnBrk="1" latinLnBrk="0" hangingPunct="1">
      <a:defRPr sz="1200" kern="1200">
        <a:solidFill>
          <a:schemeClr val="tx1"/>
        </a:solidFill>
        <a:latin typeface="BMWGroupTN Condensed"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Footer Placeholder 4">
            <a:extLst>
              <a:ext uri="{FF2B5EF4-FFF2-40B4-BE49-F238E27FC236}">
                <a16:creationId xmlns:a16="http://schemas.microsoft.com/office/drawing/2014/main" id="{AE4DE167-3948-6058-FA54-888FFAF9F303}"/>
              </a:ext>
            </a:extLst>
          </p:cNvPr>
          <p:cNvSpPr>
            <a:spLocks noGrp="1"/>
          </p:cNvSpPr>
          <p:nvPr>
            <p:ph type="ftr" sz="quarter" idx="4"/>
          </p:nvPr>
        </p:nvSpPr>
        <p:spPr/>
        <p:txBody>
          <a:bodyPr/>
          <a:lstStyle/>
          <a:p>
            <a:r>
              <a:rPr lang="de-DE"/>
              <a:t>TV-435|DEC 2025|SulaimanAli M</a:t>
            </a:r>
          </a:p>
        </p:txBody>
      </p:sp>
    </p:spTree>
    <p:extLst>
      <p:ext uri="{BB962C8B-B14F-4D97-AF65-F5344CB8AC3E}">
        <p14:creationId xmlns:p14="http://schemas.microsoft.com/office/powerpoint/2010/main" val="777606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Footer Placeholder 4">
            <a:extLst>
              <a:ext uri="{FF2B5EF4-FFF2-40B4-BE49-F238E27FC236}">
                <a16:creationId xmlns:a16="http://schemas.microsoft.com/office/drawing/2014/main" id="{C68CF703-1778-D4B2-0B5B-CCE4C687EA30}"/>
              </a:ext>
            </a:extLst>
          </p:cNvPr>
          <p:cNvSpPr>
            <a:spLocks noGrp="1"/>
          </p:cNvSpPr>
          <p:nvPr>
            <p:ph type="ftr" sz="quarter" idx="4"/>
          </p:nvPr>
        </p:nvSpPr>
        <p:spPr/>
        <p:txBody>
          <a:bodyPr/>
          <a:lstStyle/>
          <a:p>
            <a:r>
              <a:rPr lang="de-DE"/>
              <a:t>TV-435|DEC 2025|SulaimanAli M</a:t>
            </a:r>
          </a:p>
        </p:txBody>
      </p:sp>
    </p:spTree>
    <p:extLst>
      <p:ext uri="{BB962C8B-B14F-4D97-AF65-F5344CB8AC3E}">
        <p14:creationId xmlns:p14="http://schemas.microsoft.com/office/powerpoint/2010/main" val="2628049291"/>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oleObject" Target="../embeddings/oleObject2.bin"/><Relationship Id="rId7"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9.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0.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Full Area">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E701C665-C272-490E-8A21-0107CBA54ED1}"/>
              </a:ext>
            </a:extLst>
          </p:cNvPr>
          <p:cNvGraphicFramePr>
            <a:graphicFrameLocks noChangeAspect="1"/>
          </p:cNvGraphicFramePr>
          <p:nvPr userDrawn="1">
            <p:custDataLst>
              <p:tags r:id="rId1"/>
            </p:custDataLst>
            <p:extLst>
              <p:ext uri="{D42A27DB-BD31-4B8C-83A1-F6EECF244321}">
                <p14:modId xmlns:p14="http://schemas.microsoft.com/office/powerpoint/2010/main" val="3722916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8" name="Objekt 7" hidden="1">
                        <a:extLst>
                          <a:ext uri="{FF2B5EF4-FFF2-40B4-BE49-F238E27FC236}">
                            <a16:creationId xmlns:a16="http://schemas.microsoft.com/office/drawing/2014/main" id="{E701C665-C272-490E-8A21-0107CBA54ED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Bildplatzhalter 8">
            <a:extLst>
              <a:ext uri="{FF2B5EF4-FFF2-40B4-BE49-F238E27FC236}">
                <a16:creationId xmlns:a16="http://schemas.microsoft.com/office/drawing/2014/main" id="{4E0EF039-EC0F-446F-B82A-2FB6C817C8AF}"/>
              </a:ext>
            </a:extLst>
          </p:cNvPr>
          <p:cNvSpPr>
            <a:spLocks noGrp="1"/>
          </p:cNvSpPr>
          <p:nvPr>
            <p:ph type="pic" sz="quarter" idx="21" hasCustomPrompt="1"/>
          </p:nvPr>
        </p:nvSpPr>
        <p:spPr>
          <a:xfrm>
            <a:off x="0" y="0"/>
            <a:ext cx="12192000" cy="6572262"/>
          </a:xfrm>
          <a:gradFill>
            <a:gsLst>
              <a:gs pos="1000">
                <a:schemeClr val="tx2"/>
              </a:gs>
              <a:gs pos="100000">
                <a:schemeClr val="tx2">
                  <a:lumMod val="50000"/>
                </a:schemeClr>
              </a:gs>
            </a:gsLst>
            <a:lin ang="5400000" scaled="0"/>
          </a:gradFill>
        </p:spPr>
        <p:txBody>
          <a:bodyPr/>
          <a:lstStyle>
            <a:lvl1pPr marL="0" indent="0" rtl="0">
              <a:lnSpc>
                <a:spcPct val="100000"/>
              </a:lnSpc>
              <a:spcAft>
                <a:spcPts val="600"/>
              </a:spcAft>
              <a:buNone/>
              <a:defRPr/>
            </a:lvl1pPr>
          </a:lstStyle>
          <a:p>
            <a:r>
              <a:rPr lang="de-DE" noProof="0"/>
              <a:t> </a:t>
            </a:r>
          </a:p>
        </p:txBody>
      </p:sp>
      <p:sp>
        <p:nvSpPr>
          <p:cNvPr id="14" name="Textplatzhalter 14">
            <a:extLst>
              <a:ext uri="{FF2B5EF4-FFF2-40B4-BE49-F238E27FC236}">
                <a16:creationId xmlns:a16="http://schemas.microsoft.com/office/drawing/2014/main" id="{88DEDB73-663D-4E69-BA2A-A35D3F0824E9}"/>
              </a:ext>
            </a:extLst>
          </p:cNvPr>
          <p:cNvSpPr>
            <a:spLocks noGrp="1"/>
          </p:cNvSpPr>
          <p:nvPr>
            <p:ph type="body" sz="quarter" idx="22" hasCustomPrompt="1"/>
          </p:nvPr>
        </p:nvSpPr>
        <p:spPr>
          <a:xfrm>
            <a:off x="9537701" y="5887328"/>
            <a:ext cx="2654300" cy="419100"/>
          </a:xfrm>
          <a:custGeom>
            <a:avLst/>
            <a:gdLst>
              <a:gd name="connsiteX0" fmla="*/ 262299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0" fmla="*/ 203807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4" fmla="*/ 203807 w 1762125"/>
              <a:gd name="connsiteY4" fmla="*/ 0 h 363401"/>
              <a:gd name="connsiteX0" fmla="*/ 203807 w 1762125"/>
              <a:gd name="connsiteY0" fmla="*/ 0 h 363401"/>
              <a:gd name="connsiteX1" fmla="*/ 1762125 w 1762125"/>
              <a:gd name="connsiteY1" fmla="*/ 0 h 363401"/>
              <a:gd name="connsiteX2" fmla="*/ 1762125 w 1762125"/>
              <a:gd name="connsiteY2" fmla="*/ 363401 h 363401"/>
              <a:gd name="connsiteX3" fmla="*/ 0 w 1762125"/>
              <a:gd name="connsiteY3" fmla="*/ 363401 h 363401"/>
              <a:gd name="connsiteX4" fmla="*/ 203807 w 1762125"/>
              <a:gd name="connsiteY4" fmla="*/ 0 h 3634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62125" h="363401">
                <a:moveTo>
                  <a:pt x="203807" y="0"/>
                </a:moveTo>
                <a:lnTo>
                  <a:pt x="1762125" y="0"/>
                </a:lnTo>
                <a:lnTo>
                  <a:pt x="1762125" y="363401"/>
                </a:lnTo>
                <a:lnTo>
                  <a:pt x="0" y="363401"/>
                </a:lnTo>
                <a:lnTo>
                  <a:pt x="203807" y="0"/>
                </a:lnTo>
                <a:close/>
              </a:path>
            </a:pathLst>
          </a:custGeom>
          <a:solidFill>
            <a:schemeClr val="tx2"/>
          </a:solidFill>
          <a:ln w="19050">
            <a:noFill/>
            <a:miter lim="800000"/>
          </a:ln>
          <a:effectLst>
            <a:outerShdw dist="25400" dir="14400000" algn="br" rotWithShape="0">
              <a:schemeClr val="bg1"/>
            </a:outerShdw>
          </a:effectLst>
        </p:spPr>
        <p:style>
          <a:lnRef idx="2">
            <a:schemeClr val="accent1">
              <a:shade val="50000"/>
            </a:schemeClr>
          </a:lnRef>
          <a:fillRef idx="1">
            <a:schemeClr val="accent1"/>
          </a:fillRef>
          <a:effectRef idx="0">
            <a:schemeClr val="accent1"/>
          </a:effectRef>
          <a:fontRef idx="minor">
            <a:schemeClr val="lt1"/>
          </a:fontRef>
        </p:style>
        <p:txBody>
          <a:bodyPr vert="horz" wrap="square" lIns="432054" tIns="72000" rIns="504000" bIns="72000" rtlCol="0" anchor="ctr" anchorCtr="0">
            <a:noAutofit/>
          </a:bodyPr>
          <a:lstStyle>
            <a:lvl1pPr marL="0" indent="0">
              <a:spcAft>
                <a:spcPts val="0"/>
              </a:spcAft>
              <a:buFontTx/>
              <a:buNone/>
              <a:defRPr lang="de-DE" sz="1800" dirty="0">
                <a:solidFill>
                  <a:schemeClr val="bg1"/>
                </a:solidFill>
              </a:defRPr>
            </a:lvl1pPr>
          </a:lstStyle>
          <a:p>
            <a:pPr marL="0" lvl="0"/>
            <a:r>
              <a:rPr lang="de-DE" err="1"/>
              <a:t>Dept</a:t>
            </a:r>
            <a:r>
              <a:rPr lang="de-DE"/>
              <a:t>.</a:t>
            </a:r>
          </a:p>
        </p:txBody>
      </p:sp>
      <p:sp>
        <p:nvSpPr>
          <p:cNvPr id="2" name="Titel 1"/>
          <p:cNvSpPr>
            <a:spLocks noGrp="1"/>
          </p:cNvSpPr>
          <p:nvPr>
            <p:ph type="ctrTitle" hasCustomPrompt="1"/>
          </p:nvPr>
        </p:nvSpPr>
        <p:spPr>
          <a:xfrm>
            <a:off x="0" y="3837978"/>
            <a:ext cx="12192000" cy="1376513"/>
          </a:xfrm>
          <a:noFill/>
        </p:spPr>
        <p:txBody>
          <a:bodyPr vert="horz" wrap="square" lIns="572400" tIns="72000" rIns="572400" bIns="72000" anchor="b">
            <a:spAutoFit/>
          </a:bodyPr>
          <a:lstStyle>
            <a:lvl1pPr algn="l" rtl="0">
              <a:lnSpc>
                <a:spcPct val="100000"/>
              </a:lnSpc>
              <a:spcAft>
                <a:spcPts val="0"/>
              </a:spcAft>
              <a:defRPr sz="4000" cap="all" baseline="0">
                <a:solidFill>
                  <a:schemeClr val="bg1"/>
                </a:solidFill>
                <a:latin typeface="+mj-lt"/>
              </a:defRPr>
            </a:lvl1pPr>
          </a:lstStyle>
          <a:p>
            <a:r>
              <a:rPr lang="en-US" noProof="0"/>
              <a:t>presentation title, two lines maximum.</a:t>
            </a:r>
            <a:br>
              <a:rPr lang="en-US" noProof="0"/>
            </a:br>
            <a:r>
              <a:rPr lang="en-US" noProof="0"/>
              <a:t>text can be moved vertically.</a:t>
            </a:r>
            <a:endParaRPr lang="de-DE" noProof="0"/>
          </a:p>
        </p:txBody>
      </p:sp>
      <p:sp>
        <p:nvSpPr>
          <p:cNvPr id="3" name="Untertitel 2"/>
          <p:cNvSpPr>
            <a:spLocks noGrp="1"/>
          </p:cNvSpPr>
          <p:nvPr>
            <p:ph type="subTitle" idx="1" hasCustomPrompt="1"/>
          </p:nvPr>
        </p:nvSpPr>
        <p:spPr>
          <a:xfrm>
            <a:off x="0" y="5311365"/>
            <a:ext cx="12192000" cy="453183"/>
          </a:xfrm>
          <a:prstGeom prst="rect">
            <a:avLst/>
          </a:prstGeom>
          <a:noFill/>
        </p:spPr>
        <p:txBody>
          <a:bodyPr wrap="square" lIns="572400" tIns="72000" rIns="572400" bIns="72000">
            <a:spAutoFit/>
          </a:bodyPr>
          <a:lstStyle>
            <a:lvl1pPr marL="0" indent="0" algn="l" rtl="0">
              <a:lnSpc>
                <a:spcPct val="100000"/>
              </a:lnSpc>
              <a:spcAft>
                <a:spcPts val="0"/>
              </a:spcAft>
              <a:buNone/>
              <a:defRPr sz="2000" b="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noProof="0" err="1"/>
              <a:t>SubTitle</a:t>
            </a:r>
            <a:r>
              <a:rPr lang="de-DE" noProof="0"/>
              <a:t>, </a:t>
            </a:r>
            <a:r>
              <a:rPr lang="de-DE" noProof="0" err="1"/>
              <a:t>two</a:t>
            </a:r>
            <a:r>
              <a:rPr lang="de-DE" noProof="0"/>
              <a:t> </a:t>
            </a:r>
            <a:r>
              <a:rPr lang="de-DE" noProof="0" err="1"/>
              <a:t>lines</a:t>
            </a:r>
            <a:r>
              <a:rPr lang="de-DE" noProof="0"/>
              <a:t> </a:t>
            </a:r>
            <a:r>
              <a:rPr lang="en-US" noProof="0"/>
              <a:t>maximum</a:t>
            </a:r>
            <a:r>
              <a:rPr lang="de-DE" noProof="0"/>
              <a:t>.</a:t>
            </a:r>
          </a:p>
        </p:txBody>
      </p:sp>
      <p:sp>
        <p:nvSpPr>
          <p:cNvPr id="17" name="SmartArt-Platzhalter 6">
            <a:extLst>
              <a:ext uri="{FF2B5EF4-FFF2-40B4-BE49-F238E27FC236}">
                <a16:creationId xmlns:a16="http://schemas.microsoft.com/office/drawing/2014/main" id="{BEF5298C-10DE-4459-A25C-6BF3ABC562A5}"/>
              </a:ext>
            </a:extLst>
          </p:cNvPr>
          <p:cNvSpPr>
            <a:spLocks noGrp="1" noChangeAspect="1"/>
          </p:cNvSpPr>
          <p:nvPr>
            <p:ph type="dgm" sz="quarter" idx="24" hasCustomPrompt="1"/>
          </p:nvPr>
        </p:nvSpPr>
        <p:spPr>
          <a:xfrm>
            <a:off x="572400" y="572399"/>
            <a:ext cx="1099906" cy="572400"/>
          </a:xfr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p:spPr>
        <p:txBody>
          <a:bodyPr/>
          <a:lstStyle>
            <a:lvl1pPr marL="0" indent="0">
              <a:buNone/>
              <a:defRPr sz="400">
                <a:solidFill>
                  <a:schemeClr val="tx2"/>
                </a:solidFill>
              </a:defRPr>
            </a:lvl1pPr>
          </a:lstStyle>
          <a:p>
            <a:r>
              <a:rPr lang="de-DE"/>
              <a:t>.</a:t>
            </a:r>
          </a:p>
        </p:txBody>
      </p:sp>
      <p:sp>
        <p:nvSpPr>
          <p:cNvPr id="18" name="SmartArt-Platzhalter 4">
            <a:extLst>
              <a:ext uri="{FF2B5EF4-FFF2-40B4-BE49-F238E27FC236}">
                <a16:creationId xmlns:a16="http://schemas.microsoft.com/office/drawing/2014/main" id="{FCCF42BF-D9E0-4820-BABA-DAF1A43D227B}"/>
              </a:ext>
            </a:extLst>
          </p:cNvPr>
          <p:cNvSpPr>
            <a:spLocks noGrp="1" noChangeAspect="1"/>
          </p:cNvSpPr>
          <p:nvPr>
            <p:ph type="dgm" sz="quarter" idx="23" hasCustomPrompt="1"/>
          </p:nvPr>
        </p:nvSpPr>
        <p:spPr>
          <a:xfrm>
            <a:off x="9947294" y="572400"/>
            <a:ext cx="1672306" cy="572400"/>
          </a:xfr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p:spPr>
        <p:txBody>
          <a:bodyPr/>
          <a:lstStyle>
            <a:lvl1pPr marL="0" indent="0">
              <a:buNone/>
              <a:defRPr sz="400">
                <a:solidFill>
                  <a:schemeClr val="tx2"/>
                </a:solidFill>
              </a:defRPr>
            </a:lvl1pPr>
          </a:lstStyle>
          <a:p>
            <a:r>
              <a:rPr lang="de-DE"/>
              <a:t>.</a:t>
            </a:r>
          </a:p>
        </p:txBody>
      </p:sp>
      <p:sp>
        <p:nvSpPr>
          <p:cNvPr id="11" name="Rechteck 10">
            <a:extLst>
              <a:ext uri="{FF2B5EF4-FFF2-40B4-BE49-F238E27FC236}">
                <a16:creationId xmlns:a16="http://schemas.microsoft.com/office/drawing/2014/main" id="{0C8B21A6-8453-43A9-BD65-C40990DB6E0F}"/>
              </a:ext>
            </a:extLst>
          </p:cNvPr>
          <p:cNvSpPr/>
          <p:nvPr userDrawn="1"/>
        </p:nvSpPr>
        <p:spPr bwMode="white">
          <a:xfrm>
            <a:off x="11001080" y="6608189"/>
            <a:ext cx="1190920" cy="249811"/>
          </a:xfrm>
          <a:prstGeom prst="rect">
            <a:avLst/>
          </a:prstGeom>
          <a:solidFill>
            <a:schemeClr val="bg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GB">
              <a:solidFill>
                <a:schemeClr val="tx1"/>
              </a:solidFill>
            </a:endParaRPr>
          </a:p>
        </p:txBody>
      </p:sp>
    </p:spTree>
    <p:extLst>
      <p:ext uri="{BB962C8B-B14F-4D97-AF65-F5344CB8AC3E}">
        <p14:creationId xmlns:p14="http://schemas.microsoft.com/office/powerpoint/2010/main" val="1590156026"/>
      </p:ext>
    </p:extLst>
  </p:cSld>
  <p:clrMapOvr>
    <a:masterClrMapping/>
  </p:clrMapOvr>
  <p:extLst>
    <p:ext uri="{DCECCB84-F9BA-43D5-87BE-67443E8EF086}">
      <p15:sldGuideLst xmlns:p15="http://schemas.microsoft.com/office/powerpoint/2012/main">
        <p15:guide id="1" pos="359" userDrawn="1">
          <p15:clr>
            <a:srgbClr val="FBAE40"/>
          </p15:clr>
        </p15:guide>
        <p15:guide id="2" pos="732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ivider | Half Area Right">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EF5BEF2A-9A1E-4EAC-B0F5-2DDB471F4249}"/>
              </a:ext>
            </a:extLst>
          </p:cNvPr>
          <p:cNvGraphicFramePr>
            <a:graphicFrameLocks noChangeAspect="1"/>
          </p:cNvGraphicFramePr>
          <p:nvPr userDrawn="1">
            <p:custDataLst>
              <p:tags r:id="rId1"/>
            </p:custDataLst>
            <p:extLst>
              <p:ext uri="{D42A27DB-BD31-4B8C-83A1-F6EECF244321}">
                <p14:modId xmlns:p14="http://schemas.microsoft.com/office/powerpoint/2010/main" val="2754446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EF5BEF2A-9A1E-4EAC-B0F5-2DDB471F42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platzhalter 6">
            <a:extLst>
              <a:ext uri="{FF2B5EF4-FFF2-40B4-BE49-F238E27FC236}">
                <a16:creationId xmlns:a16="http://schemas.microsoft.com/office/drawing/2014/main" id="{26B223D4-141A-4CF8-A0E8-2BDBE75FE81C}"/>
              </a:ext>
            </a:extLst>
          </p:cNvPr>
          <p:cNvSpPr>
            <a:spLocks noGrp="1"/>
          </p:cNvSpPr>
          <p:nvPr>
            <p:ph type="body" sz="quarter" idx="11" hasCustomPrompt="1"/>
          </p:nvPr>
        </p:nvSpPr>
        <p:spPr>
          <a:xfrm>
            <a:off x="479425" y="1422302"/>
            <a:ext cx="6369154" cy="1144352"/>
          </a:xfrm>
        </p:spPr>
        <p:txBody>
          <a:bodyPr wrap="square" lIns="0" tIns="0" rIns="0" bIns="0">
            <a:spAutoFit/>
          </a:bodyPr>
          <a:lstStyle>
            <a:lvl1pPr marL="0" indent="0" rtl="0">
              <a:lnSpc>
                <a:spcPct val="100000"/>
              </a:lnSpc>
              <a:buFontTx/>
              <a:buNone/>
              <a:defRPr sz="7200" b="1">
                <a:solidFill>
                  <a:schemeClr val="tx2"/>
                </a:solidFill>
              </a:defRPr>
            </a:lvl1pPr>
            <a:lvl2pPr marL="0" indent="0">
              <a:buFontTx/>
              <a:buNone/>
              <a:defRPr/>
            </a:lvl2pPr>
            <a:lvl3pPr marL="0" indent="0">
              <a:buFontTx/>
              <a:buNone/>
              <a:defRPr/>
            </a:lvl3pPr>
            <a:lvl4pPr marL="0" indent="0">
              <a:buFontTx/>
              <a:buNone/>
              <a:defRPr/>
            </a:lvl4pPr>
            <a:lvl5pPr marL="0" indent="0">
              <a:buFontTx/>
              <a:buNone/>
              <a:defRPr/>
            </a:lvl5pPr>
          </a:lstStyle>
          <a:p>
            <a:pPr lvl="0"/>
            <a:r>
              <a:rPr lang="de-DE" noProof="0"/>
              <a:t>A1</a:t>
            </a:r>
          </a:p>
        </p:txBody>
      </p:sp>
      <p:sp>
        <p:nvSpPr>
          <p:cNvPr id="7" name="Bildplatzhalter 6">
            <a:extLst>
              <a:ext uri="{FF2B5EF4-FFF2-40B4-BE49-F238E27FC236}">
                <a16:creationId xmlns:a16="http://schemas.microsoft.com/office/drawing/2014/main" id="{69518E7B-00FD-45A8-91EB-08EBB2BB7FA4}"/>
              </a:ext>
            </a:extLst>
          </p:cNvPr>
          <p:cNvSpPr>
            <a:spLocks noGrp="1"/>
          </p:cNvSpPr>
          <p:nvPr>
            <p:ph type="pic" sz="quarter" idx="12" hasCustomPrompt="1"/>
          </p:nvPr>
        </p:nvSpPr>
        <p:spPr>
          <a:xfrm>
            <a:off x="7343270" y="1"/>
            <a:ext cx="4848730" cy="6570481"/>
          </a:xfrm>
          <a:gradFill>
            <a:gsLst>
              <a:gs pos="1000">
                <a:schemeClr val="tx2"/>
              </a:gs>
              <a:gs pos="100000">
                <a:schemeClr val="accent2"/>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lvl1pPr marL="0" indent="0" rtl="0">
              <a:lnSpc>
                <a:spcPct val="100000"/>
              </a:lnSpc>
              <a:buNone/>
              <a:defRPr lang="en-GB">
                <a:latin typeface="BMWGroupTN Condensed" pitchFamily="50" charset="0"/>
              </a:defRPr>
            </a:lvl1pPr>
          </a:lstStyle>
          <a:p>
            <a:pPr marL="0" lvl="0"/>
            <a:r>
              <a:rPr lang="de-DE" noProof="0"/>
              <a:t> </a:t>
            </a:r>
          </a:p>
        </p:txBody>
      </p:sp>
      <p:sp>
        <p:nvSpPr>
          <p:cNvPr id="2" name="Titel 1"/>
          <p:cNvSpPr>
            <a:spLocks noGrp="1"/>
          </p:cNvSpPr>
          <p:nvPr>
            <p:ph type="ctrTitle" hasCustomPrompt="1"/>
          </p:nvPr>
        </p:nvSpPr>
        <p:spPr>
          <a:xfrm>
            <a:off x="479808" y="2565951"/>
            <a:ext cx="6374130" cy="1846659"/>
          </a:xfrm>
          <a:noFill/>
        </p:spPr>
        <p:txBody>
          <a:bodyPr vert="horz" wrap="square" lIns="0" tIns="0" rIns="0" bIns="0" anchor="t" anchorCtr="0">
            <a:spAutoFit/>
          </a:bodyPr>
          <a:lstStyle>
            <a:lvl1pPr algn="l" rtl="0">
              <a:lnSpc>
                <a:spcPct val="100000"/>
              </a:lnSpc>
              <a:spcAft>
                <a:spcPts val="0"/>
              </a:spcAft>
              <a:defRPr sz="4000" b="0" cap="all" baseline="0">
                <a:solidFill>
                  <a:schemeClr val="tx1"/>
                </a:solidFill>
              </a:defRPr>
            </a:lvl1pPr>
          </a:lstStyle>
          <a:p>
            <a:r>
              <a:rPr lang="de-DE" noProof="0" err="1"/>
              <a:t>Divider</a:t>
            </a:r>
            <a:r>
              <a:rPr lang="de-DE" noProof="0"/>
              <a:t>.</a:t>
            </a:r>
            <a:br>
              <a:rPr lang="de-DE" noProof="0"/>
            </a:br>
            <a:r>
              <a:rPr lang="de-DE" noProof="0" err="1"/>
              <a:t>Coloured</a:t>
            </a:r>
            <a:r>
              <a:rPr lang="de-DE" noProof="0"/>
              <a:t> Area </a:t>
            </a:r>
            <a:r>
              <a:rPr lang="de-DE" noProof="0" err="1"/>
              <a:t>or</a:t>
            </a:r>
            <a:r>
              <a:rPr lang="de-DE" noProof="0"/>
              <a:t> </a:t>
            </a:r>
            <a:br>
              <a:rPr lang="de-DE" noProof="0"/>
            </a:br>
            <a:r>
              <a:rPr lang="de-DE" noProof="0"/>
              <a:t>Picture on </a:t>
            </a:r>
            <a:r>
              <a:rPr lang="de-DE" noProof="0" err="1"/>
              <a:t>the</a:t>
            </a:r>
            <a:r>
              <a:rPr lang="de-DE" noProof="0"/>
              <a:t> </a:t>
            </a:r>
            <a:r>
              <a:rPr lang="de-DE" noProof="0" err="1"/>
              <a:t>right</a:t>
            </a:r>
            <a:r>
              <a:rPr lang="de-DE" noProof="0"/>
              <a:t>.</a:t>
            </a:r>
          </a:p>
        </p:txBody>
      </p:sp>
    </p:spTree>
    <p:extLst>
      <p:ext uri="{BB962C8B-B14F-4D97-AF65-F5344CB8AC3E}">
        <p14:creationId xmlns:p14="http://schemas.microsoft.com/office/powerpoint/2010/main" val="2281348957"/>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id | 1">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DEE7053F-DB9B-44B2-AD0F-3AB1F6CB5717}"/>
              </a:ext>
            </a:extLst>
          </p:cNvPr>
          <p:cNvGraphicFramePr>
            <a:graphicFrameLocks noChangeAspect="1"/>
          </p:cNvGraphicFramePr>
          <p:nvPr userDrawn="1">
            <p:custDataLst>
              <p:tags r:id="rId1"/>
            </p:custDataLst>
            <p:extLst>
              <p:ext uri="{D42A27DB-BD31-4B8C-83A1-F6EECF244321}">
                <p14:modId xmlns:p14="http://schemas.microsoft.com/office/powerpoint/2010/main" val="3263193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DEE7053F-DB9B-44B2-AD0F-3AB1F6CB57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a:xfrm>
            <a:off x="488947" y="347184"/>
            <a:ext cx="11224684" cy="400110"/>
          </a:xfrm>
        </p:spPr>
        <p:txBody>
          <a:bodyPr vert="horz"/>
          <a:lstStyle>
            <a:lvl1pPr rtl="0">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359530485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rid | 2">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C568A48D-FC8F-4A69-A7C6-8F5625DC62B3}"/>
              </a:ext>
            </a:extLst>
          </p:cNvPr>
          <p:cNvGraphicFramePr>
            <a:graphicFrameLocks noChangeAspect="1"/>
          </p:cNvGraphicFramePr>
          <p:nvPr userDrawn="1">
            <p:custDataLst>
              <p:tags r:id="rId1"/>
            </p:custDataLst>
            <p:extLst>
              <p:ext uri="{D42A27DB-BD31-4B8C-83A1-F6EECF244321}">
                <p14:modId xmlns:p14="http://schemas.microsoft.com/office/powerpoint/2010/main" val="30939781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C568A48D-FC8F-4A69-A7C6-8F5625DC62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p:txBody>
          <a:bodyPr vert="horz"/>
          <a:lstStyle>
            <a:lvl1pPr rtl="0">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2665323652"/>
      </p:ext>
    </p:extLst>
  </p:cSld>
  <p:clrMapOvr>
    <a:masterClrMapping/>
  </p:clrMapOvr>
  <p:extLst>
    <p:ext uri="{DCECCB84-F9BA-43D5-87BE-67443E8EF086}">
      <p15:sldGuideLst xmlns:p15="http://schemas.microsoft.com/office/powerpoint/2012/main">
        <p15:guide id="11" pos="3704">
          <p15:clr>
            <a:srgbClr val="FBAE40"/>
          </p15:clr>
        </p15:guide>
        <p15:guide id="12" pos="397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rid | 3">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45D995C9-90CA-4EE8-9DD8-83F67413969C}"/>
              </a:ext>
            </a:extLst>
          </p:cNvPr>
          <p:cNvGraphicFramePr>
            <a:graphicFrameLocks noChangeAspect="1"/>
          </p:cNvGraphicFramePr>
          <p:nvPr userDrawn="1">
            <p:custDataLst>
              <p:tags r:id="rId1"/>
            </p:custDataLst>
            <p:extLst>
              <p:ext uri="{D42A27DB-BD31-4B8C-83A1-F6EECF244321}">
                <p14:modId xmlns:p14="http://schemas.microsoft.com/office/powerpoint/2010/main" val="31798025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45D995C9-90CA-4EE8-9DD8-83F6741396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a:xfrm>
            <a:off x="488947" y="347184"/>
            <a:ext cx="11223628" cy="400110"/>
          </a:xfrm>
        </p:spPr>
        <p:txBody>
          <a:bodyPr vert="horz"/>
          <a:lstStyle>
            <a:lvl1pPr rtl="0">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3141665528"/>
      </p:ext>
    </p:extLst>
  </p:cSld>
  <p:clrMapOvr>
    <a:masterClrMapping/>
  </p:clrMapOvr>
  <p:extLst>
    <p:ext uri="{DCECCB84-F9BA-43D5-87BE-67443E8EF086}">
      <p15:sldGuideLst xmlns:p15="http://schemas.microsoft.com/office/powerpoint/2012/main">
        <p15:guide id="1" pos="2570">
          <p15:clr>
            <a:srgbClr val="FBAE40"/>
          </p15:clr>
        </p15:guide>
        <p15:guide id="2" pos="2712">
          <p15:clr>
            <a:srgbClr val="FBAE40"/>
          </p15:clr>
        </p15:guide>
        <p15:guide id="3" pos="5118">
          <p15:clr>
            <a:srgbClr val="FBAE40"/>
          </p15:clr>
        </p15:guide>
        <p15:guide id="4" pos="497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rid | 4">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6A87CDE6-4D31-464C-B238-7EB6F6DBD01F}"/>
              </a:ext>
            </a:extLst>
          </p:cNvPr>
          <p:cNvGraphicFramePr>
            <a:graphicFrameLocks noChangeAspect="1"/>
          </p:cNvGraphicFramePr>
          <p:nvPr userDrawn="1">
            <p:custDataLst>
              <p:tags r:id="rId1"/>
            </p:custDataLst>
            <p:extLst>
              <p:ext uri="{D42A27DB-BD31-4B8C-83A1-F6EECF244321}">
                <p14:modId xmlns:p14="http://schemas.microsoft.com/office/powerpoint/2010/main" val="132681867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6A87CDE6-4D31-464C-B238-7EB6F6DBD01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a:xfrm>
            <a:off x="488947" y="347184"/>
            <a:ext cx="11224684" cy="400110"/>
          </a:xfrm>
        </p:spPr>
        <p:txBody>
          <a:bodyPr vert="horz"/>
          <a:lstStyle>
            <a:lvl1pPr rtl="0">
              <a:lnSpc>
                <a:spcPct val="100000"/>
              </a:lnSpc>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1366885869"/>
      </p:ext>
    </p:extLst>
  </p:cSld>
  <p:clrMapOvr>
    <a:masterClrMapping/>
  </p:clrMapOvr>
  <p:extLst>
    <p:ext uri="{DCECCB84-F9BA-43D5-87BE-67443E8EF086}">
      <p15:sldGuideLst xmlns:p15="http://schemas.microsoft.com/office/powerpoint/2012/main">
        <p15:guide id="1" pos="1968">
          <p15:clr>
            <a:srgbClr val="FBAE40"/>
          </p15:clr>
        </p15:guide>
        <p15:guide id="2" pos="2111">
          <p15:clr>
            <a:srgbClr val="FBAE40"/>
          </p15:clr>
        </p15:guide>
        <p15:guide id="3" pos="3771">
          <p15:clr>
            <a:srgbClr val="FBAE40"/>
          </p15:clr>
        </p15:guide>
        <p15:guide id="4" pos="3915">
          <p15:clr>
            <a:srgbClr val="FBAE40"/>
          </p15:clr>
        </p15:guide>
        <p15:guide id="5" pos="5576">
          <p15:clr>
            <a:srgbClr val="FBAE40"/>
          </p15:clr>
        </p15:guide>
        <p15:guide id="6" pos="572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rid | 2x2">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05645238-9DEC-4A72-9BA1-F517092FAE02}"/>
              </a:ext>
            </a:extLst>
          </p:cNvPr>
          <p:cNvGraphicFramePr>
            <a:graphicFrameLocks noChangeAspect="1"/>
          </p:cNvGraphicFramePr>
          <p:nvPr userDrawn="1">
            <p:custDataLst>
              <p:tags r:id="rId1"/>
            </p:custDataLst>
            <p:extLst>
              <p:ext uri="{D42A27DB-BD31-4B8C-83A1-F6EECF244321}">
                <p14:modId xmlns:p14="http://schemas.microsoft.com/office/powerpoint/2010/main" val="22212322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05645238-9DEC-4A72-9BA1-F517092FAE0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p:txBody>
          <a:bodyPr vert="horz"/>
          <a:lstStyle>
            <a:lvl1pPr rtl="0">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2689306370"/>
      </p:ext>
    </p:extLst>
  </p:cSld>
  <p:clrMapOvr>
    <a:masterClrMapping/>
  </p:clrMapOvr>
  <p:extLst>
    <p:ext uri="{DCECCB84-F9BA-43D5-87BE-67443E8EF086}">
      <p15:sldGuideLst xmlns:p15="http://schemas.microsoft.com/office/powerpoint/2012/main">
        <p15:guide id="14" pos="3704">
          <p15:clr>
            <a:srgbClr val="FBAE40"/>
          </p15:clr>
        </p15:guide>
        <p15:guide id="15" pos="3976">
          <p15:clr>
            <a:srgbClr val="FBAE40"/>
          </p15:clr>
        </p15:guide>
        <p15:guide id="16" orient="horz" pos="2500">
          <p15:clr>
            <a:srgbClr val="FBAE40"/>
          </p15:clr>
        </p15:guide>
        <p15:guide id="17" orient="horz" pos="236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 1">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D1CCC0F5-E43D-4616-B7C4-E058ADB680BD}"/>
              </a:ext>
            </a:extLst>
          </p:cNvPr>
          <p:cNvGraphicFramePr>
            <a:graphicFrameLocks noChangeAspect="1"/>
          </p:cNvGraphicFramePr>
          <p:nvPr userDrawn="1">
            <p:custDataLst>
              <p:tags r:id="rId1"/>
            </p:custDataLst>
            <p:extLst>
              <p:ext uri="{D42A27DB-BD31-4B8C-83A1-F6EECF244321}">
                <p14:modId xmlns:p14="http://schemas.microsoft.com/office/powerpoint/2010/main" val="3858728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D1CCC0F5-E43D-4616-B7C4-E058ADB680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Inhaltsplatzhalter 1">
            <a:extLst>
              <a:ext uri="{FF2B5EF4-FFF2-40B4-BE49-F238E27FC236}">
                <a16:creationId xmlns:a16="http://schemas.microsoft.com/office/drawing/2014/main" id="{D9028297-F8A3-40B3-AA36-477ABB38F3E8}"/>
              </a:ext>
            </a:extLst>
          </p:cNvPr>
          <p:cNvSpPr>
            <a:spLocks noGrp="1"/>
          </p:cNvSpPr>
          <p:nvPr>
            <p:ph sz="quarter" idx="17" hasCustomPrompt="1"/>
          </p:nvPr>
        </p:nvSpPr>
        <p:spPr>
          <a:xfrm>
            <a:off x="488947" y="1413933"/>
            <a:ext cx="11224684"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cap="all" baseline="0"/>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156805292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 2">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9873D050-8C41-4684-9B1D-81971AB52E6D}"/>
              </a:ext>
            </a:extLst>
          </p:cNvPr>
          <p:cNvGraphicFramePr>
            <a:graphicFrameLocks noChangeAspect="1"/>
          </p:cNvGraphicFramePr>
          <p:nvPr userDrawn="1">
            <p:custDataLst>
              <p:tags r:id="rId1"/>
            </p:custDataLst>
            <p:extLst>
              <p:ext uri="{D42A27DB-BD31-4B8C-83A1-F6EECF244321}">
                <p14:modId xmlns:p14="http://schemas.microsoft.com/office/powerpoint/2010/main" val="34365626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9873D050-8C41-4684-9B1D-81971AB52E6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4" name="Inhaltsplatzhalter 2">
            <a:extLst>
              <a:ext uri="{FF2B5EF4-FFF2-40B4-BE49-F238E27FC236}">
                <a16:creationId xmlns:a16="http://schemas.microsoft.com/office/drawing/2014/main" id="{BA9CD6AC-9C73-4D8F-9F5C-1CF35772BD39}"/>
              </a:ext>
            </a:extLst>
          </p:cNvPr>
          <p:cNvSpPr>
            <a:spLocks noGrp="1"/>
          </p:cNvSpPr>
          <p:nvPr>
            <p:ph sz="quarter" idx="19" hasCustomPrompt="1"/>
          </p:nvPr>
        </p:nvSpPr>
        <p:spPr>
          <a:xfrm>
            <a:off x="6317288" y="1413933"/>
            <a:ext cx="5396342"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2" name="Inhaltsplatzhalter 1">
            <a:extLst>
              <a:ext uri="{FF2B5EF4-FFF2-40B4-BE49-F238E27FC236}">
                <a16:creationId xmlns:a16="http://schemas.microsoft.com/office/drawing/2014/main" id="{4EA6A0CB-E01D-4647-9CEB-66AA9684281A}"/>
              </a:ext>
            </a:extLst>
          </p:cNvPr>
          <p:cNvSpPr>
            <a:spLocks noGrp="1"/>
          </p:cNvSpPr>
          <p:nvPr>
            <p:ph sz="quarter" idx="17" hasCustomPrompt="1"/>
          </p:nvPr>
        </p:nvSpPr>
        <p:spPr>
          <a:xfrm>
            <a:off x="488946" y="1413933"/>
            <a:ext cx="5396342"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3188099088"/>
      </p:ext>
    </p:extLst>
  </p:cSld>
  <p:clrMapOvr>
    <a:masterClrMapping/>
  </p:clrMapOvr>
  <p:extLst>
    <p:ext uri="{DCECCB84-F9BA-43D5-87BE-67443E8EF086}">
      <p15:sldGuideLst xmlns:p15="http://schemas.microsoft.com/office/powerpoint/2012/main">
        <p15:guide id="5" pos="3711">
          <p15:clr>
            <a:srgbClr val="FBAE40"/>
          </p15:clr>
        </p15:guide>
        <p15:guide id="6" pos="397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 3">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F7C54160-9C46-4866-882D-50B5C096B17C}"/>
              </a:ext>
            </a:extLst>
          </p:cNvPr>
          <p:cNvGraphicFramePr>
            <a:graphicFrameLocks noChangeAspect="1"/>
          </p:cNvGraphicFramePr>
          <p:nvPr userDrawn="1">
            <p:custDataLst>
              <p:tags r:id="rId1"/>
            </p:custDataLst>
            <p:extLst>
              <p:ext uri="{D42A27DB-BD31-4B8C-83A1-F6EECF244321}">
                <p14:modId xmlns:p14="http://schemas.microsoft.com/office/powerpoint/2010/main" val="186661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F7C54160-9C46-4866-882D-50B5C096B17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Inhaltsplatzhalter 3">
            <a:extLst>
              <a:ext uri="{FF2B5EF4-FFF2-40B4-BE49-F238E27FC236}">
                <a16:creationId xmlns:a16="http://schemas.microsoft.com/office/drawing/2014/main" id="{3988BB4E-F1CA-4BC0-993D-C218662BA852}"/>
              </a:ext>
            </a:extLst>
          </p:cNvPr>
          <p:cNvSpPr>
            <a:spLocks noGrp="1"/>
          </p:cNvSpPr>
          <p:nvPr>
            <p:ph sz="quarter" idx="21" hasCustomPrompt="1"/>
          </p:nvPr>
        </p:nvSpPr>
        <p:spPr>
          <a:xfrm>
            <a:off x="8116069" y="1413933"/>
            <a:ext cx="359756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8" name="Inhaltsplatzhalter 2">
            <a:extLst>
              <a:ext uri="{FF2B5EF4-FFF2-40B4-BE49-F238E27FC236}">
                <a16:creationId xmlns:a16="http://schemas.microsoft.com/office/drawing/2014/main" id="{0D7FB171-0CB4-4740-8625-DD15BF1FF8DA}"/>
              </a:ext>
            </a:extLst>
          </p:cNvPr>
          <p:cNvSpPr>
            <a:spLocks noGrp="1"/>
          </p:cNvSpPr>
          <p:nvPr>
            <p:ph sz="quarter" idx="19" hasCustomPrompt="1"/>
          </p:nvPr>
        </p:nvSpPr>
        <p:spPr>
          <a:xfrm>
            <a:off x="4302508" y="1413933"/>
            <a:ext cx="359756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6" name="Inhaltsplatzhalter 1">
            <a:extLst>
              <a:ext uri="{FF2B5EF4-FFF2-40B4-BE49-F238E27FC236}">
                <a16:creationId xmlns:a16="http://schemas.microsoft.com/office/drawing/2014/main" id="{51462A60-9CA1-461B-A29A-E91D63B6095E}"/>
              </a:ext>
            </a:extLst>
          </p:cNvPr>
          <p:cNvSpPr>
            <a:spLocks noGrp="1"/>
          </p:cNvSpPr>
          <p:nvPr>
            <p:ph sz="quarter" idx="17" hasCustomPrompt="1"/>
          </p:nvPr>
        </p:nvSpPr>
        <p:spPr>
          <a:xfrm>
            <a:off x="488947" y="1413933"/>
            <a:ext cx="359756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3660506027"/>
      </p:ext>
    </p:extLst>
  </p:cSld>
  <p:clrMapOvr>
    <a:masterClrMapping/>
  </p:clrMapOvr>
  <p:extLst>
    <p:ext uri="{DCECCB84-F9BA-43D5-87BE-67443E8EF086}">
      <p15:sldGuideLst xmlns:p15="http://schemas.microsoft.com/office/powerpoint/2012/main">
        <p15:guide id="1" pos="2577">
          <p15:clr>
            <a:srgbClr val="FBAE40"/>
          </p15:clr>
        </p15:guide>
        <p15:guide id="4" pos="4978">
          <p15:clr>
            <a:srgbClr val="FBAE40"/>
          </p15:clr>
        </p15:guide>
        <p15:guide id="5" pos="2710">
          <p15:clr>
            <a:srgbClr val="FBAE40"/>
          </p15:clr>
        </p15:guide>
        <p15:guide id="6" pos="51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 4">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2562CC6E-EDA2-4F9E-A09B-A2E54AB188C9}"/>
              </a:ext>
            </a:extLst>
          </p:cNvPr>
          <p:cNvGraphicFramePr>
            <a:graphicFrameLocks noChangeAspect="1"/>
          </p:cNvGraphicFramePr>
          <p:nvPr userDrawn="1">
            <p:custDataLst>
              <p:tags r:id="rId1"/>
            </p:custDataLst>
            <p:extLst>
              <p:ext uri="{D42A27DB-BD31-4B8C-83A1-F6EECF244321}">
                <p14:modId xmlns:p14="http://schemas.microsoft.com/office/powerpoint/2010/main" val="36791017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2562CC6E-EDA2-4F9E-A09B-A2E54AB188C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Inhaltsplatzhalter 4">
            <a:extLst>
              <a:ext uri="{FF2B5EF4-FFF2-40B4-BE49-F238E27FC236}">
                <a16:creationId xmlns:a16="http://schemas.microsoft.com/office/drawing/2014/main" id="{8BA2F5EE-5EBD-4514-8AF6-B05EC345392F}"/>
              </a:ext>
            </a:extLst>
          </p:cNvPr>
          <p:cNvSpPr>
            <a:spLocks noGrp="1"/>
          </p:cNvSpPr>
          <p:nvPr>
            <p:ph sz="quarter" idx="23" hasCustomPrompt="1"/>
          </p:nvPr>
        </p:nvSpPr>
        <p:spPr>
          <a:xfrm>
            <a:off x="9069460" y="1413933"/>
            <a:ext cx="264417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32" name="Inhaltsplatzhalter 3">
            <a:extLst>
              <a:ext uri="{FF2B5EF4-FFF2-40B4-BE49-F238E27FC236}">
                <a16:creationId xmlns:a16="http://schemas.microsoft.com/office/drawing/2014/main" id="{60EC06ED-6F07-4680-9AE2-23D7698B36DA}"/>
              </a:ext>
            </a:extLst>
          </p:cNvPr>
          <p:cNvSpPr>
            <a:spLocks noGrp="1"/>
          </p:cNvSpPr>
          <p:nvPr>
            <p:ph sz="quarter" idx="21" hasCustomPrompt="1"/>
          </p:nvPr>
        </p:nvSpPr>
        <p:spPr>
          <a:xfrm>
            <a:off x="6209289" y="1413933"/>
            <a:ext cx="264417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30" name="Inhaltsplatzhalter 2">
            <a:extLst>
              <a:ext uri="{FF2B5EF4-FFF2-40B4-BE49-F238E27FC236}">
                <a16:creationId xmlns:a16="http://schemas.microsoft.com/office/drawing/2014/main" id="{027E4EC2-9005-40D4-918C-FD11293AE431}"/>
              </a:ext>
            </a:extLst>
          </p:cNvPr>
          <p:cNvSpPr>
            <a:spLocks noGrp="1"/>
          </p:cNvSpPr>
          <p:nvPr>
            <p:ph sz="quarter" idx="19" hasCustomPrompt="1"/>
          </p:nvPr>
        </p:nvSpPr>
        <p:spPr>
          <a:xfrm>
            <a:off x="3349118" y="1413933"/>
            <a:ext cx="264417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8" name="Inhaltsplatzhalter 1">
            <a:extLst>
              <a:ext uri="{FF2B5EF4-FFF2-40B4-BE49-F238E27FC236}">
                <a16:creationId xmlns:a16="http://schemas.microsoft.com/office/drawing/2014/main" id="{CD857AE5-6C50-432B-94B7-EC5D4821331B}"/>
              </a:ext>
            </a:extLst>
          </p:cNvPr>
          <p:cNvSpPr>
            <a:spLocks noGrp="1"/>
          </p:cNvSpPr>
          <p:nvPr>
            <p:ph sz="quarter" idx="17" hasCustomPrompt="1"/>
          </p:nvPr>
        </p:nvSpPr>
        <p:spPr>
          <a:xfrm>
            <a:off x="488947" y="1413933"/>
            <a:ext cx="264417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634068447"/>
      </p:ext>
    </p:extLst>
  </p:cSld>
  <p:clrMapOvr>
    <a:masterClrMapping/>
  </p:clrMapOvr>
  <p:extLst>
    <p:ext uri="{DCECCB84-F9BA-43D5-87BE-67443E8EF086}">
      <p15:sldGuideLst xmlns:p15="http://schemas.microsoft.com/office/powerpoint/2012/main">
        <p15:guide id="6" pos="5705">
          <p15:clr>
            <a:srgbClr val="FBAE40"/>
          </p15:clr>
        </p15:guide>
        <p15:guide id="7" pos="1977">
          <p15:clr>
            <a:srgbClr val="FBAE40"/>
          </p15:clr>
        </p15:guide>
        <p15:guide id="8" pos="2104">
          <p15:clr>
            <a:srgbClr val="FBAE40"/>
          </p15:clr>
        </p15:guide>
        <p15:guide id="9" pos="3777">
          <p15:clr>
            <a:srgbClr val="FBAE40"/>
          </p15:clr>
        </p15:guide>
        <p15:guide id="10" pos="3905">
          <p15:clr>
            <a:srgbClr val="FBAE40"/>
          </p15:clr>
        </p15:guide>
        <p15:guide id="11" pos="557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 2x2">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78D39B1E-A015-4084-940D-8BBABCAACD8C}"/>
              </a:ext>
            </a:extLst>
          </p:cNvPr>
          <p:cNvGraphicFramePr>
            <a:graphicFrameLocks noChangeAspect="1"/>
          </p:cNvGraphicFramePr>
          <p:nvPr userDrawn="1">
            <p:custDataLst>
              <p:tags r:id="rId1"/>
            </p:custDataLst>
            <p:extLst>
              <p:ext uri="{D42A27DB-BD31-4B8C-83A1-F6EECF244321}">
                <p14:modId xmlns:p14="http://schemas.microsoft.com/office/powerpoint/2010/main" val="22282133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5" name="Objekt 4" hidden="1">
                        <a:extLst>
                          <a:ext uri="{FF2B5EF4-FFF2-40B4-BE49-F238E27FC236}">
                            <a16:creationId xmlns:a16="http://schemas.microsoft.com/office/drawing/2014/main" id="{78D39B1E-A015-4084-940D-8BBABCAACD8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Inhaltsplatzhalter 4"/>
          <p:cNvSpPr>
            <a:spLocks noGrp="1"/>
          </p:cNvSpPr>
          <p:nvPr>
            <p:ph sz="quarter" idx="13" hasCustomPrompt="1"/>
          </p:nvPr>
        </p:nvSpPr>
        <p:spPr>
          <a:xfrm>
            <a:off x="6317289" y="3968784"/>
            <a:ext cx="5396342" cy="2339940"/>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8" name="Inhaltsplatzhalter 3"/>
          <p:cNvSpPr>
            <a:spLocks noGrp="1"/>
          </p:cNvSpPr>
          <p:nvPr>
            <p:ph sz="quarter" idx="12" hasCustomPrompt="1"/>
          </p:nvPr>
        </p:nvSpPr>
        <p:spPr>
          <a:xfrm>
            <a:off x="488947" y="3968784"/>
            <a:ext cx="5396342" cy="2339940"/>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p:txBody>
      </p:sp>
      <p:sp>
        <p:nvSpPr>
          <p:cNvPr id="6" name="Inhaltsplatzhalter 2"/>
          <p:cNvSpPr>
            <a:spLocks noGrp="1"/>
          </p:cNvSpPr>
          <p:nvPr>
            <p:ph sz="quarter" idx="11" hasCustomPrompt="1"/>
          </p:nvPr>
        </p:nvSpPr>
        <p:spPr>
          <a:xfrm>
            <a:off x="6317289" y="1413932"/>
            <a:ext cx="5396342" cy="233885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4" name="Inhaltsplatzhalter 1"/>
          <p:cNvSpPr>
            <a:spLocks noGrp="1"/>
          </p:cNvSpPr>
          <p:nvPr>
            <p:ph sz="quarter" idx="10" hasCustomPrompt="1"/>
          </p:nvPr>
        </p:nvSpPr>
        <p:spPr>
          <a:xfrm>
            <a:off x="488947" y="1413932"/>
            <a:ext cx="5396342" cy="233885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1397895428"/>
      </p:ext>
    </p:extLst>
  </p:cSld>
  <p:clrMapOvr>
    <a:masterClrMapping/>
  </p:clrMapOvr>
  <p:extLst>
    <p:ext uri="{DCECCB84-F9BA-43D5-87BE-67443E8EF086}">
      <p15:sldGuideLst xmlns:p15="http://schemas.microsoft.com/office/powerpoint/2012/main">
        <p15:guide id="13" pos="3711">
          <p15:clr>
            <a:srgbClr val="FBAE40"/>
          </p15:clr>
        </p15:guide>
        <p15:guide id="14" pos="3977">
          <p15:clr>
            <a:srgbClr val="FBAE40"/>
          </p15:clr>
        </p15:guide>
        <p15:guide id="15" orient="horz" pos="2365">
          <p15:clr>
            <a:srgbClr val="FBAE40"/>
          </p15:clr>
        </p15:guide>
        <p15:guide id="16" orient="horz" pos="25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 Area">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54C7F330-3D64-4FB0-93F8-C1BA49AFA826}"/>
              </a:ext>
            </a:extLst>
          </p:cNvPr>
          <p:cNvGraphicFramePr>
            <a:graphicFrameLocks noChangeAspect="1"/>
          </p:cNvGraphicFramePr>
          <p:nvPr userDrawn="1">
            <p:custDataLst>
              <p:tags r:id="rId1"/>
            </p:custDataLst>
            <p:extLst>
              <p:ext uri="{D42A27DB-BD31-4B8C-83A1-F6EECF244321}">
                <p14:modId xmlns:p14="http://schemas.microsoft.com/office/powerpoint/2010/main" val="30925357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5" name="Objekt 4" hidden="1">
                        <a:extLst>
                          <a:ext uri="{FF2B5EF4-FFF2-40B4-BE49-F238E27FC236}">
                            <a16:creationId xmlns:a16="http://schemas.microsoft.com/office/drawing/2014/main" id="{54C7F330-3D64-4FB0-93F8-C1BA49AFA8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tabLst>
                <a:tab pos="4927600" algn="l"/>
              </a:tabLs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3" name="Rechteck 2">
            <a:extLst>
              <a:ext uri="{FF2B5EF4-FFF2-40B4-BE49-F238E27FC236}">
                <a16:creationId xmlns:a16="http://schemas.microsoft.com/office/drawing/2014/main" id="{1DF2DED3-0602-4827-AE5B-D7DA542659F4}"/>
              </a:ext>
            </a:extLst>
          </p:cNvPr>
          <p:cNvSpPr>
            <a:spLocks/>
          </p:cNvSpPr>
          <p:nvPr userDrawn="1"/>
        </p:nvSpPr>
        <p:spPr>
          <a:xfrm>
            <a:off x="0" y="1244598"/>
            <a:ext cx="12192000" cy="5326065"/>
          </a:xfrm>
          <a:prstGeom prst="rect">
            <a:avLst/>
          </a:prstGeom>
          <a:gradFill>
            <a:gsLst>
              <a:gs pos="1000">
                <a:schemeClr val="accent4"/>
              </a:gs>
              <a:gs pos="100000">
                <a:schemeClr val="accent6"/>
              </a:gs>
            </a:gsLst>
            <a:lin ang="5400000" scaled="0"/>
          </a:gradFill>
        </p:spPr>
        <p:txBody>
          <a:bodyPr vert="horz" lIns="0" tIns="0" rIns="0" bIns="720000" rtlCol="0" anchor="ctr" anchorCtr="0">
            <a:noAutofit/>
          </a:bodyPr>
          <a:lstStyle/>
          <a:p>
            <a:pPr lvl="0" indent="0" algn="ctr">
              <a:lnSpc>
                <a:spcPct val="100000"/>
              </a:lnSpc>
              <a:spcBef>
                <a:spcPts val="0"/>
              </a:spcBef>
              <a:spcAft>
                <a:spcPts val="600"/>
              </a:spcAft>
              <a:buClr>
                <a:schemeClr val="tx2"/>
              </a:buClr>
              <a:buFont typeface="Wingdings" panose="05000000000000000000" pitchFamily="2" charset="2"/>
              <a:buNone/>
            </a:pPr>
            <a:endParaRPr lang="de-DE">
              <a:solidFill>
                <a:schemeClr val="tx1"/>
              </a:solidFill>
            </a:endParaRPr>
          </a:p>
        </p:txBody>
      </p:sp>
    </p:spTree>
    <p:extLst>
      <p:ext uri="{BB962C8B-B14F-4D97-AF65-F5344CB8AC3E}">
        <p14:creationId xmlns:p14="http://schemas.microsoft.com/office/powerpoint/2010/main" val="230678849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 Picture Left">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F2FD9A65-9362-4228-B368-164FA84D1704}"/>
              </a:ext>
            </a:extLst>
          </p:cNvPr>
          <p:cNvGraphicFramePr>
            <a:graphicFrameLocks noChangeAspect="1"/>
          </p:cNvGraphicFramePr>
          <p:nvPr userDrawn="1">
            <p:custDataLst>
              <p:tags r:id="rId1"/>
            </p:custDataLst>
            <p:extLst>
              <p:ext uri="{D42A27DB-BD31-4B8C-83A1-F6EECF244321}">
                <p14:modId xmlns:p14="http://schemas.microsoft.com/office/powerpoint/2010/main" val="456525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5" name="Objekt 4" hidden="1">
                        <a:extLst>
                          <a:ext uri="{FF2B5EF4-FFF2-40B4-BE49-F238E27FC236}">
                            <a16:creationId xmlns:a16="http://schemas.microsoft.com/office/drawing/2014/main" id="{F2FD9A65-9362-4228-B368-164FA84D170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Inhaltsplatzhalter 1"/>
          <p:cNvSpPr>
            <a:spLocks noGrp="1"/>
          </p:cNvSpPr>
          <p:nvPr>
            <p:ph sz="quarter" idx="10" hasCustomPrompt="1"/>
          </p:nvPr>
        </p:nvSpPr>
        <p:spPr>
          <a:xfrm>
            <a:off x="6316130" y="1413933"/>
            <a:ext cx="539750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4" name="Bildplatzhalter 1">
            <a:extLst>
              <a:ext uri="{FF2B5EF4-FFF2-40B4-BE49-F238E27FC236}">
                <a16:creationId xmlns:a16="http://schemas.microsoft.com/office/drawing/2014/main" id="{5730C142-F37E-4F0E-997D-1B4882F0DF69}"/>
              </a:ext>
            </a:extLst>
          </p:cNvPr>
          <p:cNvSpPr>
            <a:spLocks noGrp="1"/>
          </p:cNvSpPr>
          <p:nvPr>
            <p:ph type="pic" sz="quarter" idx="12" hasCustomPrompt="1"/>
          </p:nvPr>
        </p:nvSpPr>
        <p:spPr>
          <a:xfrm>
            <a:off x="0" y="1413933"/>
            <a:ext cx="5886447" cy="4894792"/>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3627441703"/>
      </p:ext>
    </p:extLst>
  </p:cSld>
  <p:clrMapOvr>
    <a:masterClrMapping/>
  </p:clrMapOvr>
  <p:extLst>
    <p:ext uri="{DCECCB84-F9BA-43D5-87BE-67443E8EF086}">
      <p15:sldGuideLst xmlns:p15="http://schemas.microsoft.com/office/powerpoint/2012/main">
        <p15:guide id="11" pos="3713" userDrawn="1">
          <p15:clr>
            <a:srgbClr val="FBAE40"/>
          </p15:clr>
        </p15:guide>
        <p15:guide id="12" pos="3969"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 Picture Right">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4E3B85CB-7648-45C2-8AA4-9F501EFD0459}"/>
              </a:ext>
            </a:extLst>
          </p:cNvPr>
          <p:cNvGraphicFramePr>
            <a:graphicFrameLocks noChangeAspect="1"/>
          </p:cNvGraphicFramePr>
          <p:nvPr userDrawn="1">
            <p:custDataLst>
              <p:tags r:id="rId1"/>
            </p:custDataLst>
            <p:extLst>
              <p:ext uri="{D42A27DB-BD31-4B8C-83A1-F6EECF244321}">
                <p14:modId xmlns:p14="http://schemas.microsoft.com/office/powerpoint/2010/main" val="2864752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4E3B85CB-7648-45C2-8AA4-9F501EFD045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Inhaltsplatzhalter 1"/>
          <p:cNvSpPr>
            <a:spLocks noGrp="1"/>
          </p:cNvSpPr>
          <p:nvPr>
            <p:ph sz="quarter" idx="10" hasCustomPrompt="1"/>
          </p:nvPr>
        </p:nvSpPr>
        <p:spPr>
          <a:xfrm>
            <a:off x="488947" y="1413933"/>
            <a:ext cx="5397501"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5" name="Bildplatzhalter 3">
            <a:extLst>
              <a:ext uri="{FF2B5EF4-FFF2-40B4-BE49-F238E27FC236}">
                <a16:creationId xmlns:a16="http://schemas.microsoft.com/office/drawing/2014/main" id="{5FB2A3B7-A796-4B19-828B-216A63DF6888}"/>
              </a:ext>
            </a:extLst>
          </p:cNvPr>
          <p:cNvSpPr>
            <a:spLocks noGrp="1"/>
          </p:cNvSpPr>
          <p:nvPr>
            <p:ph type="pic" sz="quarter" idx="12" hasCustomPrompt="1"/>
          </p:nvPr>
        </p:nvSpPr>
        <p:spPr>
          <a:xfrm>
            <a:off x="6305553" y="1413933"/>
            <a:ext cx="5886447" cy="4894792"/>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Tree>
    <p:extLst>
      <p:ext uri="{BB962C8B-B14F-4D97-AF65-F5344CB8AC3E}">
        <p14:creationId xmlns:p14="http://schemas.microsoft.com/office/powerpoint/2010/main" val="3103962122"/>
      </p:ext>
    </p:extLst>
  </p:cSld>
  <p:clrMapOvr>
    <a:masterClrMapping/>
  </p:clrMapOvr>
  <p:extLst>
    <p:ext uri="{DCECCB84-F9BA-43D5-87BE-67443E8EF086}">
      <p15:sldGuideLst xmlns:p15="http://schemas.microsoft.com/office/powerpoint/2012/main">
        <p15:guide id="9" pos="3713">
          <p15:clr>
            <a:srgbClr val="FBAE40"/>
          </p15:clr>
        </p15:guide>
        <p15:guide id="10" pos="396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 Picture | 2">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8ECEF4E8-D1ED-4741-8EA5-2F059DE1A839}"/>
              </a:ext>
            </a:extLst>
          </p:cNvPr>
          <p:cNvGraphicFramePr>
            <a:graphicFrameLocks noChangeAspect="1"/>
          </p:cNvGraphicFramePr>
          <p:nvPr userDrawn="1">
            <p:custDataLst>
              <p:tags r:id="rId1"/>
            </p:custDataLst>
            <p:extLst>
              <p:ext uri="{D42A27DB-BD31-4B8C-83A1-F6EECF244321}">
                <p14:modId xmlns:p14="http://schemas.microsoft.com/office/powerpoint/2010/main" val="40541619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8ECEF4E8-D1ED-4741-8EA5-2F059DE1A8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Bildplatzhalter 2">
            <a:extLst>
              <a:ext uri="{FF2B5EF4-FFF2-40B4-BE49-F238E27FC236}">
                <a16:creationId xmlns:a16="http://schemas.microsoft.com/office/drawing/2014/main" id="{21DD1C87-BB96-419F-854D-07AA4BC5BBB7}"/>
              </a:ext>
            </a:extLst>
          </p:cNvPr>
          <p:cNvSpPr>
            <a:spLocks noGrp="1"/>
          </p:cNvSpPr>
          <p:nvPr>
            <p:ph type="pic" sz="quarter" idx="15" hasCustomPrompt="1"/>
          </p:nvPr>
        </p:nvSpPr>
        <p:spPr>
          <a:xfrm>
            <a:off x="6317289" y="1413933"/>
            <a:ext cx="5396342" cy="2338866"/>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7" name="Bildplatzhalter 1">
            <a:extLst>
              <a:ext uri="{FF2B5EF4-FFF2-40B4-BE49-F238E27FC236}">
                <a16:creationId xmlns:a16="http://schemas.microsoft.com/office/drawing/2014/main" id="{002A9939-48F2-4545-B99B-4FBDD4F4661C}"/>
              </a:ext>
            </a:extLst>
          </p:cNvPr>
          <p:cNvSpPr>
            <a:spLocks noGrp="1"/>
          </p:cNvSpPr>
          <p:nvPr>
            <p:ph type="pic" sz="quarter" idx="14" hasCustomPrompt="1"/>
          </p:nvPr>
        </p:nvSpPr>
        <p:spPr>
          <a:xfrm>
            <a:off x="488947" y="1413933"/>
            <a:ext cx="5396342" cy="2338866"/>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12" name="Inhaltsplatzhalter 1">
            <a:extLst>
              <a:ext uri="{FF2B5EF4-FFF2-40B4-BE49-F238E27FC236}">
                <a16:creationId xmlns:a16="http://schemas.microsoft.com/office/drawing/2014/main" id="{21A07BCC-CBB3-45C5-871C-CEC015A95C59}"/>
              </a:ext>
            </a:extLst>
          </p:cNvPr>
          <p:cNvSpPr>
            <a:spLocks noGrp="1"/>
          </p:cNvSpPr>
          <p:nvPr>
            <p:ph sz="quarter" idx="10" hasCustomPrompt="1"/>
          </p:nvPr>
        </p:nvSpPr>
        <p:spPr>
          <a:xfrm>
            <a:off x="488947" y="3968797"/>
            <a:ext cx="5397501" cy="2339927"/>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13" name="Inhaltsplatzhalter 1">
            <a:extLst>
              <a:ext uri="{FF2B5EF4-FFF2-40B4-BE49-F238E27FC236}">
                <a16:creationId xmlns:a16="http://schemas.microsoft.com/office/drawing/2014/main" id="{4842ABB0-6221-4430-AD7F-233AE6B84AB9}"/>
              </a:ext>
            </a:extLst>
          </p:cNvPr>
          <p:cNvSpPr>
            <a:spLocks noGrp="1"/>
          </p:cNvSpPr>
          <p:nvPr>
            <p:ph sz="quarter" idx="16" hasCustomPrompt="1"/>
          </p:nvPr>
        </p:nvSpPr>
        <p:spPr>
          <a:xfrm>
            <a:off x="6316130" y="3968798"/>
            <a:ext cx="5397501" cy="2339927"/>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Tree>
    <p:extLst>
      <p:ext uri="{BB962C8B-B14F-4D97-AF65-F5344CB8AC3E}">
        <p14:creationId xmlns:p14="http://schemas.microsoft.com/office/powerpoint/2010/main" val="825782788"/>
      </p:ext>
    </p:extLst>
  </p:cSld>
  <p:clrMapOvr>
    <a:masterClrMapping/>
  </p:clrMapOvr>
  <p:extLst>
    <p:ext uri="{DCECCB84-F9BA-43D5-87BE-67443E8EF086}">
      <p15:sldGuideLst xmlns:p15="http://schemas.microsoft.com/office/powerpoint/2012/main">
        <p15:guide id="13" pos="3977" userDrawn="1">
          <p15:clr>
            <a:srgbClr val="FBAE40"/>
          </p15:clr>
        </p15:guide>
        <p15:guide id="14" pos="3713"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 Picture | 3">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58C59CFA-1435-478E-96A7-9D9FDB54C8FF}"/>
              </a:ext>
            </a:extLst>
          </p:cNvPr>
          <p:cNvGraphicFramePr>
            <a:graphicFrameLocks noChangeAspect="1"/>
          </p:cNvGraphicFramePr>
          <p:nvPr userDrawn="1">
            <p:custDataLst>
              <p:tags r:id="rId1"/>
            </p:custDataLst>
            <p:extLst>
              <p:ext uri="{D42A27DB-BD31-4B8C-83A1-F6EECF244321}">
                <p14:modId xmlns:p14="http://schemas.microsoft.com/office/powerpoint/2010/main" val="2658118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58C59CFA-1435-478E-96A7-9D9FDB54C8F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Bildplatzhalter 3">
            <a:extLst>
              <a:ext uri="{FF2B5EF4-FFF2-40B4-BE49-F238E27FC236}">
                <a16:creationId xmlns:a16="http://schemas.microsoft.com/office/drawing/2014/main" id="{C1CC7D62-9893-4BEA-8A91-B49BF94C3615}"/>
              </a:ext>
            </a:extLst>
          </p:cNvPr>
          <p:cNvSpPr>
            <a:spLocks noGrp="1"/>
          </p:cNvSpPr>
          <p:nvPr>
            <p:ph type="pic" sz="quarter" idx="18" hasCustomPrompt="1"/>
          </p:nvPr>
        </p:nvSpPr>
        <p:spPr>
          <a:xfrm>
            <a:off x="8116069" y="1413933"/>
            <a:ext cx="3597561" cy="2246089"/>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11" name="Bildplatzhalter 2">
            <a:extLst>
              <a:ext uri="{FF2B5EF4-FFF2-40B4-BE49-F238E27FC236}">
                <a16:creationId xmlns:a16="http://schemas.microsoft.com/office/drawing/2014/main" id="{D8F13227-C5D1-4782-B063-BEEC402A95A8}"/>
              </a:ext>
            </a:extLst>
          </p:cNvPr>
          <p:cNvSpPr>
            <a:spLocks noGrp="1"/>
          </p:cNvSpPr>
          <p:nvPr>
            <p:ph type="pic" sz="quarter" idx="17" hasCustomPrompt="1"/>
          </p:nvPr>
        </p:nvSpPr>
        <p:spPr>
          <a:xfrm>
            <a:off x="4302508" y="1413933"/>
            <a:ext cx="3597561" cy="2246089"/>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9" name="Bildplatzhalter 1">
            <a:extLst>
              <a:ext uri="{FF2B5EF4-FFF2-40B4-BE49-F238E27FC236}">
                <a16:creationId xmlns:a16="http://schemas.microsoft.com/office/drawing/2014/main" id="{8E88005D-BECE-427C-8BF8-4FB5D6607AFF}"/>
              </a:ext>
            </a:extLst>
          </p:cNvPr>
          <p:cNvSpPr>
            <a:spLocks noGrp="1"/>
          </p:cNvSpPr>
          <p:nvPr>
            <p:ph type="pic" sz="quarter" idx="16" hasCustomPrompt="1"/>
          </p:nvPr>
        </p:nvSpPr>
        <p:spPr>
          <a:xfrm>
            <a:off x="488947" y="1413933"/>
            <a:ext cx="3597561" cy="2246089"/>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15" name="Inhaltsplatzhalter 1">
            <a:extLst>
              <a:ext uri="{FF2B5EF4-FFF2-40B4-BE49-F238E27FC236}">
                <a16:creationId xmlns:a16="http://schemas.microsoft.com/office/drawing/2014/main" id="{F618BC1E-BA4B-4C2D-9055-151550F2576F}"/>
              </a:ext>
            </a:extLst>
          </p:cNvPr>
          <p:cNvSpPr>
            <a:spLocks noGrp="1"/>
          </p:cNvSpPr>
          <p:nvPr>
            <p:ph sz="quarter" idx="10" hasCustomPrompt="1"/>
          </p:nvPr>
        </p:nvSpPr>
        <p:spPr>
          <a:xfrm>
            <a:off x="488947" y="3876023"/>
            <a:ext cx="3597561" cy="2432702"/>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17" name="Inhaltsplatzhalter 1">
            <a:extLst>
              <a:ext uri="{FF2B5EF4-FFF2-40B4-BE49-F238E27FC236}">
                <a16:creationId xmlns:a16="http://schemas.microsoft.com/office/drawing/2014/main" id="{39749FF8-9C62-429D-B248-147D3882DD4E}"/>
              </a:ext>
            </a:extLst>
          </p:cNvPr>
          <p:cNvSpPr>
            <a:spLocks noGrp="1"/>
          </p:cNvSpPr>
          <p:nvPr>
            <p:ph sz="quarter" idx="19" hasCustomPrompt="1"/>
          </p:nvPr>
        </p:nvSpPr>
        <p:spPr>
          <a:xfrm>
            <a:off x="4302508" y="3876023"/>
            <a:ext cx="3597561" cy="2432702"/>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18" name="Inhaltsplatzhalter 1">
            <a:extLst>
              <a:ext uri="{FF2B5EF4-FFF2-40B4-BE49-F238E27FC236}">
                <a16:creationId xmlns:a16="http://schemas.microsoft.com/office/drawing/2014/main" id="{0B2A38E1-027A-4A9E-9C3E-5F354A4A6ADC}"/>
              </a:ext>
            </a:extLst>
          </p:cNvPr>
          <p:cNvSpPr>
            <a:spLocks noGrp="1"/>
          </p:cNvSpPr>
          <p:nvPr>
            <p:ph sz="quarter" idx="20" hasCustomPrompt="1"/>
          </p:nvPr>
        </p:nvSpPr>
        <p:spPr>
          <a:xfrm>
            <a:off x="8116069" y="3876023"/>
            <a:ext cx="3597561" cy="2432702"/>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Tree>
    <p:extLst>
      <p:ext uri="{BB962C8B-B14F-4D97-AF65-F5344CB8AC3E}">
        <p14:creationId xmlns:p14="http://schemas.microsoft.com/office/powerpoint/2010/main" val="1214648763"/>
      </p:ext>
    </p:extLst>
  </p:cSld>
  <p:clrMapOvr>
    <a:masterClrMapping/>
  </p:clrMapOvr>
  <p:extLst>
    <p:ext uri="{DCECCB84-F9BA-43D5-87BE-67443E8EF086}">
      <p15:sldGuideLst xmlns:p15="http://schemas.microsoft.com/office/powerpoint/2012/main">
        <p15:guide id="13" pos="2577" userDrawn="1">
          <p15:clr>
            <a:srgbClr val="FBAE40"/>
          </p15:clr>
        </p15:guide>
        <p15:guide id="14" pos="2710" userDrawn="1">
          <p15:clr>
            <a:srgbClr val="FBAE40"/>
          </p15:clr>
        </p15:guide>
        <p15:guide id="15" pos="4978" userDrawn="1">
          <p15:clr>
            <a:srgbClr val="FBAE40"/>
          </p15:clr>
        </p15:guide>
        <p15:guide id="16" pos="511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 Picture | 4">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B11DD4F3-1611-4813-B014-B6F6B1F774E7}"/>
              </a:ext>
            </a:extLst>
          </p:cNvPr>
          <p:cNvGraphicFramePr>
            <a:graphicFrameLocks noChangeAspect="1"/>
          </p:cNvGraphicFramePr>
          <p:nvPr userDrawn="1">
            <p:custDataLst>
              <p:tags r:id="rId1"/>
            </p:custDataLst>
            <p:extLst>
              <p:ext uri="{D42A27DB-BD31-4B8C-83A1-F6EECF244321}">
                <p14:modId xmlns:p14="http://schemas.microsoft.com/office/powerpoint/2010/main" val="37624047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B11DD4F3-1611-4813-B014-B6F6B1F774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Bildplatzhalter 4">
            <a:extLst>
              <a:ext uri="{FF2B5EF4-FFF2-40B4-BE49-F238E27FC236}">
                <a16:creationId xmlns:a16="http://schemas.microsoft.com/office/drawing/2014/main" id="{EA143C20-52BF-4891-994E-588F799371BA}"/>
              </a:ext>
            </a:extLst>
          </p:cNvPr>
          <p:cNvSpPr>
            <a:spLocks noGrp="1"/>
          </p:cNvSpPr>
          <p:nvPr>
            <p:ph type="pic" sz="quarter" idx="21" hasCustomPrompt="1"/>
          </p:nvPr>
        </p:nvSpPr>
        <p:spPr>
          <a:xfrm>
            <a:off x="9069460" y="1413934"/>
            <a:ext cx="2644171" cy="2246091"/>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15" name="Bildplatzhalter 3">
            <a:extLst>
              <a:ext uri="{FF2B5EF4-FFF2-40B4-BE49-F238E27FC236}">
                <a16:creationId xmlns:a16="http://schemas.microsoft.com/office/drawing/2014/main" id="{9B1A1B6B-6B2F-4D5A-91A8-C5161E45AB04}"/>
              </a:ext>
            </a:extLst>
          </p:cNvPr>
          <p:cNvSpPr>
            <a:spLocks noGrp="1"/>
          </p:cNvSpPr>
          <p:nvPr>
            <p:ph type="pic" sz="quarter" idx="20" hasCustomPrompt="1"/>
          </p:nvPr>
        </p:nvSpPr>
        <p:spPr>
          <a:xfrm>
            <a:off x="6209289" y="1413934"/>
            <a:ext cx="2644171" cy="2246091"/>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13" name="Bildplatzhalter 2">
            <a:extLst>
              <a:ext uri="{FF2B5EF4-FFF2-40B4-BE49-F238E27FC236}">
                <a16:creationId xmlns:a16="http://schemas.microsoft.com/office/drawing/2014/main" id="{073F01E6-A077-4F39-A94E-9EFE54D2E4E8}"/>
              </a:ext>
            </a:extLst>
          </p:cNvPr>
          <p:cNvSpPr>
            <a:spLocks noGrp="1"/>
          </p:cNvSpPr>
          <p:nvPr>
            <p:ph type="pic" sz="quarter" idx="19" hasCustomPrompt="1"/>
          </p:nvPr>
        </p:nvSpPr>
        <p:spPr>
          <a:xfrm>
            <a:off x="3349118" y="1413934"/>
            <a:ext cx="2644171" cy="2246091"/>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11" name="Bildplatzhalter 1">
            <a:extLst>
              <a:ext uri="{FF2B5EF4-FFF2-40B4-BE49-F238E27FC236}">
                <a16:creationId xmlns:a16="http://schemas.microsoft.com/office/drawing/2014/main" id="{320CFD8C-6A4A-4FAB-822D-054B82DCFD42}"/>
              </a:ext>
            </a:extLst>
          </p:cNvPr>
          <p:cNvSpPr>
            <a:spLocks noGrp="1"/>
          </p:cNvSpPr>
          <p:nvPr>
            <p:ph type="pic" sz="quarter" idx="18" hasCustomPrompt="1"/>
          </p:nvPr>
        </p:nvSpPr>
        <p:spPr>
          <a:xfrm>
            <a:off x="488947" y="1413934"/>
            <a:ext cx="2644171" cy="2246091"/>
          </a:xfrm>
          <a:pattFill prst="dkUpDiag">
            <a:fgClr>
              <a:schemeClr val="accent1"/>
            </a:fgClr>
            <a:bgClr>
              <a:schemeClr val="bg1"/>
            </a:bgClr>
          </a:pattFill>
        </p:spPr>
        <p:txBody>
          <a:bodyPr bIns="720000" anchor="ctr" anchorCtr="1"/>
          <a:lstStyle>
            <a:lvl1pPr marL="0" indent="0">
              <a:buFontTx/>
              <a:buNone/>
              <a:defRPr/>
            </a:lvl1pPr>
          </a:lstStyle>
          <a:p>
            <a:r>
              <a:rPr lang="de-DE"/>
              <a:t>Click </a:t>
            </a:r>
            <a:r>
              <a:rPr lang="de-DE" err="1"/>
              <a:t>to</a:t>
            </a:r>
            <a:r>
              <a:rPr lang="de-DE"/>
              <a:t> </a:t>
            </a:r>
            <a:r>
              <a:rPr lang="de-DE" err="1"/>
              <a:t>add</a:t>
            </a:r>
            <a:r>
              <a:rPr lang="de-DE"/>
              <a:t> </a:t>
            </a:r>
            <a:r>
              <a:rPr lang="de-DE" err="1"/>
              <a:t>picture</a:t>
            </a:r>
            <a:r>
              <a:rPr lang="de-DE"/>
              <a:t>. </a:t>
            </a:r>
          </a:p>
        </p:txBody>
      </p:sp>
      <p:sp>
        <p:nvSpPr>
          <p:cNvPr id="2" name="Titel 1"/>
          <p:cNvSpPr>
            <a:spLocks noGrp="1"/>
          </p:cNvSpPr>
          <p:nvPr>
            <p:ph type="title" hasCustomPrompt="1"/>
          </p:nvPr>
        </p:nvSpPr>
        <p:spPr>
          <a:xfrm>
            <a:off x="488947" y="347184"/>
            <a:ext cx="11224684" cy="400110"/>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
        <p:nvSpPr>
          <p:cNvPr id="19" name="Inhaltsplatzhalter 1">
            <a:extLst>
              <a:ext uri="{FF2B5EF4-FFF2-40B4-BE49-F238E27FC236}">
                <a16:creationId xmlns:a16="http://schemas.microsoft.com/office/drawing/2014/main" id="{6CE7BB11-9C21-456E-83D7-62B9D458E21E}"/>
              </a:ext>
            </a:extLst>
          </p:cNvPr>
          <p:cNvSpPr>
            <a:spLocks noGrp="1"/>
          </p:cNvSpPr>
          <p:nvPr>
            <p:ph sz="quarter" idx="10" hasCustomPrompt="1"/>
          </p:nvPr>
        </p:nvSpPr>
        <p:spPr>
          <a:xfrm>
            <a:off x="488947" y="3876025"/>
            <a:ext cx="2644171" cy="2432700"/>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0" name="Inhaltsplatzhalter 1">
            <a:extLst>
              <a:ext uri="{FF2B5EF4-FFF2-40B4-BE49-F238E27FC236}">
                <a16:creationId xmlns:a16="http://schemas.microsoft.com/office/drawing/2014/main" id="{27E42A5D-C99D-4B3C-99B7-053CF69A119E}"/>
              </a:ext>
            </a:extLst>
          </p:cNvPr>
          <p:cNvSpPr>
            <a:spLocks noGrp="1"/>
          </p:cNvSpPr>
          <p:nvPr>
            <p:ph sz="quarter" idx="22" hasCustomPrompt="1"/>
          </p:nvPr>
        </p:nvSpPr>
        <p:spPr>
          <a:xfrm>
            <a:off x="3349118" y="3876025"/>
            <a:ext cx="2644171" cy="2432700"/>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1" name="Inhaltsplatzhalter 1">
            <a:extLst>
              <a:ext uri="{FF2B5EF4-FFF2-40B4-BE49-F238E27FC236}">
                <a16:creationId xmlns:a16="http://schemas.microsoft.com/office/drawing/2014/main" id="{7DCDE22D-7C60-4E83-A6E8-C458BFB9DFCA}"/>
              </a:ext>
            </a:extLst>
          </p:cNvPr>
          <p:cNvSpPr>
            <a:spLocks noGrp="1"/>
          </p:cNvSpPr>
          <p:nvPr>
            <p:ph sz="quarter" idx="23" hasCustomPrompt="1"/>
          </p:nvPr>
        </p:nvSpPr>
        <p:spPr>
          <a:xfrm>
            <a:off x="6209289" y="3876025"/>
            <a:ext cx="2644171" cy="2432700"/>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2" name="Inhaltsplatzhalter 1">
            <a:extLst>
              <a:ext uri="{FF2B5EF4-FFF2-40B4-BE49-F238E27FC236}">
                <a16:creationId xmlns:a16="http://schemas.microsoft.com/office/drawing/2014/main" id="{BC839F12-6E68-4D1C-B187-9307DD85F162}"/>
              </a:ext>
            </a:extLst>
          </p:cNvPr>
          <p:cNvSpPr>
            <a:spLocks noGrp="1"/>
          </p:cNvSpPr>
          <p:nvPr>
            <p:ph sz="quarter" idx="24" hasCustomPrompt="1"/>
          </p:nvPr>
        </p:nvSpPr>
        <p:spPr>
          <a:xfrm>
            <a:off x="9069460" y="3876025"/>
            <a:ext cx="2644171" cy="2432700"/>
          </a:xfrm>
        </p:spPr>
        <p:txBody>
          <a:bodyPr/>
          <a:lstStyle>
            <a:lvl1pPr rtl="0">
              <a:lnSpc>
                <a:spcPct val="100000"/>
              </a:lnSpc>
              <a:spcBef>
                <a:spcPts val="0"/>
              </a:spcBef>
              <a:spcAft>
                <a:spcPts val="600"/>
              </a:spcAft>
              <a:defRPr sz="1600"/>
            </a:lvl1pPr>
            <a:lvl2pPr rtl="0">
              <a:lnSpc>
                <a:spcPct val="100000"/>
              </a:lnSpc>
              <a:spcBef>
                <a:spcPts val="0"/>
              </a:spcBef>
              <a:spcAft>
                <a:spcPts val="600"/>
              </a:spcAft>
              <a:defRPr sz="1600"/>
            </a:lvl2pPr>
            <a:lvl3pPr rtl="0">
              <a:lnSpc>
                <a:spcPct val="100000"/>
              </a:lnSpc>
              <a:spcBef>
                <a:spcPts val="0"/>
              </a:spcBef>
              <a:spcAft>
                <a:spcPts val="600"/>
              </a:spcAft>
              <a:defRPr sz="1600"/>
            </a:lvl3pPr>
            <a:lvl4pPr rtl="0">
              <a:lnSpc>
                <a:spcPct val="100000"/>
              </a:lnSpc>
              <a:spcBef>
                <a:spcPts val="0"/>
              </a:spcBef>
              <a:spcAft>
                <a:spcPts val="600"/>
              </a:spcAft>
              <a:defRPr sz="1600"/>
            </a:lvl4pPr>
            <a:lvl5pPr rtl="0">
              <a:lnSpc>
                <a:spcPct val="100000"/>
              </a:lnSpc>
              <a:spcBef>
                <a:spcPts val="0"/>
              </a:spcBef>
              <a:spcAft>
                <a:spcPts val="600"/>
              </a:spcAft>
              <a:defRPr sz="1400"/>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Tree>
    <p:extLst>
      <p:ext uri="{BB962C8B-B14F-4D97-AF65-F5344CB8AC3E}">
        <p14:creationId xmlns:p14="http://schemas.microsoft.com/office/powerpoint/2010/main" val="2296047359"/>
      </p:ext>
    </p:extLst>
  </p:cSld>
  <p:clrMapOvr>
    <a:masterClrMapping/>
  </p:clrMapOvr>
  <p:extLst>
    <p:ext uri="{DCECCB84-F9BA-43D5-87BE-67443E8EF086}">
      <p15:sldGuideLst xmlns:p15="http://schemas.microsoft.com/office/powerpoint/2012/main">
        <p15:guide id="15" pos="1977" userDrawn="1">
          <p15:clr>
            <a:srgbClr val="FBAE40"/>
          </p15:clr>
        </p15:guide>
        <p15:guide id="16" pos="2104" userDrawn="1">
          <p15:clr>
            <a:srgbClr val="FBAE40"/>
          </p15:clr>
        </p15:guide>
        <p15:guide id="17" pos="3911" userDrawn="1">
          <p15:clr>
            <a:srgbClr val="FBAE40"/>
          </p15:clr>
        </p15:guide>
        <p15:guide id="18" pos="3777" userDrawn="1">
          <p15:clr>
            <a:srgbClr val="FBAE40"/>
          </p15:clr>
        </p15:guide>
        <p15:guide id="19" pos="5711" userDrawn="1">
          <p15:clr>
            <a:srgbClr val="FBAE40"/>
          </p15:clr>
        </p15:guide>
        <p15:guide id="20" pos="5576"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Key Note">
    <p:spTree>
      <p:nvGrpSpPr>
        <p:cNvPr id="1" name=""/>
        <p:cNvGrpSpPr/>
        <p:nvPr/>
      </p:nvGrpSpPr>
      <p:grpSpPr>
        <a:xfrm>
          <a:off x="0" y="0"/>
          <a:ext cx="0" cy="0"/>
          <a:chOff x="0" y="0"/>
          <a:chExt cx="0" cy="0"/>
        </a:xfrm>
      </p:grpSpPr>
      <p:graphicFrame>
        <p:nvGraphicFramePr>
          <p:cNvPr id="5" name="Objekt 4" hidden="1">
            <a:extLst>
              <a:ext uri="{FF2B5EF4-FFF2-40B4-BE49-F238E27FC236}">
                <a16:creationId xmlns:a16="http://schemas.microsoft.com/office/drawing/2014/main" id="{85183DF9-0121-47E6-9B72-30EF7AB86CD4}"/>
              </a:ext>
            </a:extLst>
          </p:cNvPr>
          <p:cNvGraphicFramePr>
            <a:graphicFrameLocks noChangeAspect="1"/>
          </p:cNvGraphicFramePr>
          <p:nvPr userDrawn="1">
            <p:custDataLst>
              <p:tags r:id="rId1"/>
            </p:custDataLst>
            <p:extLst>
              <p:ext uri="{D42A27DB-BD31-4B8C-83A1-F6EECF244321}">
                <p14:modId xmlns:p14="http://schemas.microsoft.com/office/powerpoint/2010/main" val="2695770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5" name="Objekt 4" hidden="1">
                        <a:extLst>
                          <a:ext uri="{FF2B5EF4-FFF2-40B4-BE49-F238E27FC236}">
                            <a16:creationId xmlns:a16="http://schemas.microsoft.com/office/drawing/2014/main" id="{85183DF9-0121-47E6-9B72-30EF7AB86C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Bildplatzhalter 1"/>
          <p:cNvSpPr>
            <a:spLocks noGrp="1"/>
          </p:cNvSpPr>
          <p:nvPr>
            <p:ph type="pic" sz="quarter" idx="10" hasCustomPrompt="1"/>
          </p:nvPr>
        </p:nvSpPr>
        <p:spPr>
          <a:xfrm>
            <a:off x="0" y="0"/>
            <a:ext cx="12192000" cy="6570482"/>
          </a:xfrm>
          <a:gradFill>
            <a:gsLst>
              <a:gs pos="1000">
                <a:schemeClr val="tx2"/>
              </a:gs>
              <a:gs pos="100000">
                <a:schemeClr val="tx2">
                  <a:lumMod val="50000"/>
                </a:schemeClr>
              </a:gs>
            </a:gsLst>
            <a:lin ang="5400000" scaled="0"/>
          </a:gradFill>
        </p:spPr>
        <p:txBody>
          <a:bodyPr vert="horz" lIns="0" tIns="0" rIns="0" bIns="0" rtlCol="0">
            <a:noAutofit/>
          </a:bodyPr>
          <a:lstStyle>
            <a:lvl1pPr>
              <a:lnSpc>
                <a:spcPct val="100000"/>
              </a:lnSpc>
              <a:spcBef>
                <a:spcPts val="0"/>
              </a:spcBef>
              <a:spcAft>
                <a:spcPts val="600"/>
              </a:spcAft>
              <a:defRPr lang="de-DE" noProof="0"/>
            </a:lvl1pPr>
          </a:lstStyle>
          <a:p>
            <a:pPr marL="0" lvl="0" indent="0">
              <a:buNone/>
            </a:pPr>
            <a:r>
              <a:rPr lang="de-DE" noProof="0"/>
              <a:t> </a:t>
            </a:r>
          </a:p>
        </p:txBody>
      </p:sp>
      <p:sp>
        <p:nvSpPr>
          <p:cNvPr id="2" name="Titel 1"/>
          <p:cNvSpPr>
            <a:spLocks noGrp="1"/>
          </p:cNvSpPr>
          <p:nvPr>
            <p:ph type="title" hasCustomPrompt="1"/>
          </p:nvPr>
        </p:nvSpPr>
        <p:spPr>
          <a:xfrm>
            <a:off x="0" y="1412875"/>
            <a:ext cx="12202578" cy="1449216"/>
          </a:xfrm>
          <a:noFill/>
        </p:spPr>
        <p:txBody>
          <a:bodyPr vert="horz" lIns="572400" tIns="108000" rIns="572400" bIns="108000"/>
          <a:lstStyle>
            <a:lvl1pPr algn="l" rtl="0">
              <a:lnSpc>
                <a:spcPct val="100000"/>
              </a:lnSpc>
              <a:spcBef>
                <a:spcPts val="0"/>
              </a:spcBef>
              <a:spcAft>
                <a:spcPts val="600"/>
              </a:spcAft>
              <a:defRPr sz="4000">
                <a:solidFill>
                  <a:schemeClr val="bg1"/>
                </a:solidFill>
              </a:defRPr>
            </a:lvl1pPr>
          </a:lstStyle>
          <a:p>
            <a:r>
              <a:rPr lang="de-DE" noProof="0"/>
              <a:t>Key Note </a:t>
            </a:r>
            <a:r>
              <a:rPr lang="de-DE" noProof="0" err="1"/>
              <a:t>slide</a:t>
            </a:r>
            <a:r>
              <a:rPr lang="de-DE" noProof="0"/>
              <a:t> </a:t>
            </a:r>
            <a:r>
              <a:rPr lang="de-DE" noProof="0" err="1"/>
              <a:t>with</a:t>
            </a:r>
            <a:r>
              <a:rPr lang="de-DE" noProof="0"/>
              <a:t> </a:t>
            </a:r>
            <a:r>
              <a:rPr lang="de-DE" noProof="0" err="1"/>
              <a:t>or</a:t>
            </a:r>
            <a:r>
              <a:rPr lang="de-DE" noProof="0"/>
              <a:t> </a:t>
            </a:r>
            <a:r>
              <a:rPr lang="de-DE" noProof="0" err="1"/>
              <a:t>without</a:t>
            </a:r>
            <a:r>
              <a:rPr lang="de-DE" noProof="0"/>
              <a:t> Picture. </a:t>
            </a:r>
            <a:br>
              <a:rPr lang="de-DE" noProof="0"/>
            </a:br>
            <a:r>
              <a:rPr lang="de-DE" noProof="0"/>
              <a:t>(Short!) Text </a:t>
            </a:r>
            <a:r>
              <a:rPr lang="de-DE" noProof="0" err="1"/>
              <a:t>can</a:t>
            </a:r>
            <a:r>
              <a:rPr lang="de-DE" noProof="0"/>
              <a:t> </a:t>
            </a:r>
            <a:r>
              <a:rPr lang="de-DE" noProof="0" err="1"/>
              <a:t>be</a:t>
            </a:r>
            <a:r>
              <a:rPr lang="de-DE" noProof="0"/>
              <a:t> </a:t>
            </a:r>
            <a:r>
              <a:rPr lang="de-DE" noProof="0" err="1"/>
              <a:t>moved</a:t>
            </a:r>
            <a:r>
              <a:rPr lang="de-DE" noProof="0"/>
              <a:t>.</a:t>
            </a:r>
          </a:p>
        </p:txBody>
      </p:sp>
    </p:spTree>
    <p:extLst>
      <p:ext uri="{BB962C8B-B14F-4D97-AF65-F5344CB8AC3E}">
        <p14:creationId xmlns:p14="http://schemas.microsoft.com/office/powerpoint/2010/main" val="1284003922"/>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Title Slide with Picture">
    <p:spTree>
      <p:nvGrpSpPr>
        <p:cNvPr id="1" name=""/>
        <p:cNvGrpSpPr/>
        <p:nvPr/>
      </p:nvGrpSpPr>
      <p:grpSpPr>
        <a:xfrm>
          <a:off x="0" y="0"/>
          <a:ext cx="0" cy="0"/>
          <a:chOff x="0" y="0"/>
          <a:chExt cx="0" cy="0"/>
        </a:xfrm>
      </p:grpSpPr>
      <p:sp>
        <p:nvSpPr>
          <p:cNvPr id="8" name="Picture Placeholder 26"/>
          <p:cNvSpPr>
            <a:spLocks noGrp="1"/>
          </p:cNvSpPr>
          <p:nvPr>
            <p:ph type="pic" sz="quarter" idx="19"/>
          </p:nvPr>
        </p:nvSpPr>
        <p:spPr>
          <a:xfrm>
            <a:off x="-9843" y="-6669"/>
            <a:ext cx="12204066" cy="6868059"/>
          </a:xfrm>
          <a:custGeom>
            <a:avLst/>
            <a:gdLst>
              <a:gd name="connsiteX0" fmla="*/ 0 w 9144000"/>
              <a:gd name="connsiteY0" fmla="*/ 0 h 6849836"/>
              <a:gd name="connsiteX1" fmla="*/ 9144000 w 9144000"/>
              <a:gd name="connsiteY1" fmla="*/ 0 h 6849836"/>
              <a:gd name="connsiteX2" fmla="*/ 9144000 w 9144000"/>
              <a:gd name="connsiteY2" fmla="*/ 4928377 h 6849836"/>
              <a:gd name="connsiteX3" fmla="*/ 3584729 w 9144000"/>
              <a:gd name="connsiteY3" fmla="*/ 6849836 h 6849836"/>
              <a:gd name="connsiteX4" fmla="*/ 3500070 w 9144000"/>
              <a:gd name="connsiteY4" fmla="*/ 6849836 h 6849836"/>
              <a:gd name="connsiteX5" fmla="*/ 5242841 w 9144000"/>
              <a:gd name="connsiteY5" fmla="*/ 6246576 h 6849836"/>
              <a:gd name="connsiteX6" fmla="*/ 0 w 9144000"/>
              <a:gd name="connsiteY6" fmla="*/ 5159495 h 6849836"/>
              <a:gd name="connsiteX0" fmla="*/ 0 w 9144000"/>
              <a:gd name="connsiteY0" fmla="*/ 0 h 6849836"/>
              <a:gd name="connsiteX1" fmla="*/ 9144000 w 9144000"/>
              <a:gd name="connsiteY1" fmla="*/ 0 h 6849836"/>
              <a:gd name="connsiteX2" fmla="*/ 9144000 w 9144000"/>
              <a:gd name="connsiteY2" fmla="*/ 4928377 h 6849836"/>
              <a:gd name="connsiteX3" fmla="*/ 3584729 w 9144000"/>
              <a:gd name="connsiteY3" fmla="*/ 6849836 h 6849836"/>
              <a:gd name="connsiteX4" fmla="*/ 3500070 w 9144000"/>
              <a:gd name="connsiteY4" fmla="*/ 6849836 h 6849836"/>
              <a:gd name="connsiteX5" fmla="*/ 5242841 w 9144000"/>
              <a:gd name="connsiteY5" fmla="*/ 6246576 h 6849836"/>
              <a:gd name="connsiteX6" fmla="*/ 190500 w 9144000"/>
              <a:gd name="connsiteY6" fmla="*/ 4493539 h 6849836"/>
              <a:gd name="connsiteX7" fmla="*/ 0 w 9144000"/>
              <a:gd name="connsiteY7" fmla="*/ 0 h 6849836"/>
              <a:gd name="connsiteX0" fmla="*/ 0 w 9144000"/>
              <a:gd name="connsiteY0" fmla="*/ 0 h 6849836"/>
              <a:gd name="connsiteX1" fmla="*/ 9144000 w 9144000"/>
              <a:gd name="connsiteY1" fmla="*/ 0 h 6849836"/>
              <a:gd name="connsiteX2" fmla="*/ 9144000 w 9144000"/>
              <a:gd name="connsiteY2" fmla="*/ 4928377 h 6849836"/>
              <a:gd name="connsiteX3" fmla="*/ 3584729 w 9144000"/>
              <a:gd name="connsiteY3" fmla="*/ 6849836 h 6849836"/>
              <a:gd name="connsiteX4" fmla="*/ 3500070 w 9144000"/>
              <a:gd name="connsiteY4" fmla="*/ 6849836 h 6849836"/>
              <a:gd name="connsiteX5" fmla="*/ 5242841 w 9144000"/>
              <a:gd name="connsiteY5" fmla="*/ 6246576 h 6849836"/>
              <a:gd name="connsiteX6" fmla="*/ 9525 w 9144000"/>
              <a:gd name="connsiteY6" fmla="*/ 4769436 h 6849836"/>
              <a:gd name="connsiteX7" fmla="*/ 0 w 9144000"/>
              <a:gd name="connsiteY7" fmla="*/ 0 h 6849836"/>
              <a:gd name="connsiteX0" fmla="*/ 0 w 9144000"/>
              <a:gd name="connsiteY0" fmla="*/ 0 h 6849836"/>
              <a:gd name="connsiteX1" fmla="*/ 9144000 w 9144000"/>
              <a:gd name="connsiteY1" fmla="*/ 0 h 6849836"/>
              <a:gd name="connsiteX2" fmla="*/ 9144000 w 9144000"/>
              <a:gd name="connsiteY2" fmla="*/ 4928377 h 6849836"/>
              <a:gd name="connsiteX3" fmla="*/ 3584729 w 9144000"/>
              <a:gd name="connsiteY3" fmla="*/ 6849836 h 6849836"/>
              <a:gd name="connsiteX4" fmla="*/ 3500070 w 9144000"/>
              <a:gd name="connsiteY4" fmla="*/ 6849836 h 6849836"/>
              <a:gd name="connsiteX5" fmla="*/ 6023891 w 9144000"/>
              <a:gd name="connsiteY5" fmla="*/ 5628188 h 6849836"/>
              <a:gd name="connsiteX6" fmla="*/ 9525 w 9144000"/>
              <a:gd name="connsiteY6" fmla="*/ 4769436 h 6849836"/>
              <a:gd name="connsiteX7" fmla="*/ 0 w 9144000"/>
              <a:gd name="connsiteY7" fmla="*/ 0 h 6849836"/>
              <a:gd name="connsiteX0" fmla="*/ 0 w 9144000"/>
              <a:gd name="connsiteY0" fmla="*/ 0 h 6849836"/>
              <a:gd name="connsiteX1" fmla="*/ 9144000 w 9144000"/>
              <a:gd name="connsiteY1" fmla="*/ 0 h 6849836"/>
              <a:gd name="connsiteX2" fmla="*/ 9144000 w 9144000"/>
              <a:gd name="connsiteY2" fmla="*/ 4928377 h 6849836"/>
              <a:gd name="connsiteX3" fmla="*/ 3584729 w 9144000"/>
              <a:gd name="connsiteY3" fmla="*/ 6849836 h 6849836"/>
              <a:gd name="connsiteX4" fmla="*/ 3500070 w 9144000"/>
              <a:gd name="connsiteY4" fmla="*/ 6849836 h 6849836"/>
              <a:gd name="connsiteX5" fmla="*/ 6071516 w 9144000"/>
              <a:gd name="connsiteY5" fmla="*/ 5818461 h 6849836"/>
              <a:gd name="connsiteX6" fmla="*/ 9525 w 9144000"/>
              <a:gd name="connsiteY6" fmla="*/ 4769436 h 6849836"/>
              <a:gd name="connsiteX7" fmla="*/ 0 w 9144000"/>
              <a:gd name="connsiteY7" fmla="*/ 0 h 6849836"/>
              <a:gd name="connsiteX0" fmla="*/ 0 w 9144000"/>
              <a:gd name="connsiteY0" fmla="*/ 0 h 6849836"/>
              <a:gd name="connsiteX1" fmla="*/ 9144000 w 9144000"/>
              <a:gd name="connsiteY1" fmla="*/ 0 h 6849836"/>
              <a:gd name="connsiteX2" fmla="*/ 9144000 w 9144000"/>
              <a:gd name="connsiteY2" fmla="*/ 4928377 h 6849836"/>
              <a:gd name="connsiteX3" fmla="*/ 3584729 w 9144000"/>
              <a:gd name="connsiteY3" fmla="*/ 6849836 h 6849836"/>
              <a:gd name="connsiteX4" fmla="*/ 3500070 w 9144000"/>
              <a:gd name="connsiteY4" fmla="*/ 6849836 h 6849836"/>
              <a:gd name="connsiteX5" fmla="*/ 6319166 w 9144000"/>
              <a:gd name="connsiteY5" fmla="*/ 5847002 h 6849836"/>
              <a:gd name="connsiteX6" fmla="*/ 9525 w 9144000"/>
              <a:gd name="connsiteY6" fmla="*/ 4769436 h 6849836"/>
              <a:gd name="connsiteX7" fmla="*/ 0 w 9144000"/>
              <a:gd name="connsiteY7" fmla="*/ 0 h 6849836"/>
              <a:gd name="connsiteX0" fmla="*/ 0 w 9144000"/>
              <a:gd name="connsiteY0" fmla="*/ 0 h 6849836"/>
              <a:gd name="connsiteX1" fmla="*/ 9144000 w 9144000"/>
              <a:gd name="connsiteY1" fmla="*/ 0 h 6849836"/>
              <a:gd name="connsiteX2" fmla="*/ 9144000 w 9144000"/>
              <a:gd name="connsiteY2" fmla="*/ 4928377 h 6849836"/>
              <a:gd name="connsiteX3" fmla="*/ 3584729 w 9144000"/>
              <a:gd name="connsiteY3" fmla="*/ 6849836 h 6849836"/>
              <a:gd name="connsiteX4" fmla="*/ 3500070 w 9144000"/>
              <a:gd name="connsiteY4" fmla="*/ 6849836 h 6849836"/>
              <a:gd name="connsiteX5" fmla="*/ 6300116 w 9144000"/>
              <a:gd name="connsiteY5" fmla="*/ 5942139 h 6849836"/>
              <a:gd name="connsiteX6" fmla="*/ 9525 w 9144000"/>
              <a:gd name="connsiteY6" fmla="*/ 4769436 h 6849836"/>
              <a:gd name="connsiteX7" fmla="*/ 0 w 9144000"/>
              <a:gd name="connsiteY7" fmla="*/ 0 h 6849836"/>
              <a:gd name="connsiteX0" fmla="*/ 0 w 9144000"/>
              <a:gd name="connsiteY0" fmla="*/ 0 h 6849836"/>
              <a:gd name="connsiteX1" fmla="*/ 9144000 w 9144000"/>
              <a:gd name="connsiteY1" fmla="*/ 0 h 6849836"/>
              <a:gd name="connsiteX2" fmla="*/ 9144000 w 9144000"/>
              <a:gd name="connsiteY2" fmla="*/ 4928377 h 6849836"/>
              <a:gd name="connsiteX3" fmla="*/ 3584729 w 9144000"/>
              <a:gd name="connsiteY3" fmla="*/ 6849836 h 6849836"/>
              <a:gd name="connsiteX4" fmla="*/ 3500070 w 9144000"/>
              <a:gd name="connsiteY4" fmla="*/ 6849836 h 6849836"/>
              <a:gd name="connsiteX5" fmla="*/ 6022210 w 9144000"/>
              <a:gd name="connsiteY5" fmla="*/ 5928708 h 6849836"/>
              <a:gd name="connsiteX6" fmla="*/ 9525 w 9144000"/>
              <a:gd name="connsiteY6" fmla="*/ 4769436 h 6849836"/>
              <a:gd name="connsiteX7" fmla="*/ 0 w 9144000"/>
              <a:gd name="connsiteY7" fmla="*/ 0 h 6849836"/>
              <a:gd name="connsiteX0" fmla="*/ 0 w 9144000"/>
              <a:gd name="connsiteY0" fmla="*/ 0 h 6849836"/>
              <a:gd name="connsiteX1" fmla="*/ 9144000 w 9144000"/>
              <a:gd name="connsiteY1" fmla="*/ 0 h 6849836"/>
              <a:gd name="connsiteX2" fmla="*/ 9144000 w 9144000"/>
              <a:gd name="connsiteY2" fmla="*/ 4928377 h 6849836"/>
              <a:gd name="connsiteX3" fmla="*/ 3894012 w 9144000"/>
              <a:gd name="connsiteY3" fmla="*/ 6818497 h 6849836"/>
              <a:gd name="connsiteX4" fmla="*/ 3500070 w 9144000"/>
              <a:gd name="connsiteY4" fmla="*/ 6849836 h 6849836"/>
              <a:gd name="connsiteX5" fmla="*/ 6022210 w 9144000"/>
              <a:gd name="connsiteY5" fmla="*/ 5928708 h 6849836"/>
              <a:gd name="connsiteX6" fmla="*/ 9525 w 9144000"/>
              <a:gd name="connsiteY6" fmla="*/ 4769436 h 6849836"/>
              <a:gd name="connsiteX7" fmla="*/ 0 w 9144000"/>
              <a:gd name="connsiteY7" fmla="*/ 0 h 6849836"/>
              <a:gd name="connsiteX0" fmla="*/ 0 w 9144000"/>
              <a:gd name="connsiteY0" fmla="*/ 0 h 6818497"/>
              <a:gd name="connsiteX1" fmla="*/ 9144000 w 9144000"/>
              <a:gd name="connsiteY1" fmla="*/ 0 h 6818497"/>
              <a:gd name="connsiteX2" fmla="*/ 9144000 w 9144000"/>
              <a:gd name="connsiteY2" fmla="*/ 4928377 h 6818497"/>
              <a:gd name="connsiteX3" fmla="*/ 3894012 w 9144000"/>
              <a:gd name="connsiteY3" fmla="*/ 6818497 h 6818497"/>
              <a:gd name="connsiteX4" fmla="*/ 3701776 w 9144000"/>
              <a:gd name="connsiteY4" fmla="*/ 6702094 h 6818497"/>
              <a:gd name="connsiteX5" fmla="*/ 6022210 w 9144000"/>
              <a:gd name="connsiteY5" fmla="*/ 5928708 h 6818497"/>
              <a:gd name="connsiteX6" fmla="*/ 9525 w 9144000"/>
              <a:gd name="connsiteY6" fmla="*/ 4769436 h 6818497"/>
              <a:gd name="connsiteX7" fmla="*/ 0 w 9144000"/>
              <a:gd name="connsiteY7" fmla="*/ 0 h 6818497"/>
              <a:gd name="connsiteX0" fmla="*/ 0 w 9144000"/>
              <a:gd name="connsiteY0" fmla="*/ 0 h 6818498"/>
              <a:gd name="connsiteX1" fmla="*/ 9144000 w 9144000"/>
              <a:gd name="connsiteY1" fmla="*/ 0 h 6818498"/>
              <a:gd name="connsiteX2" fmla="*/ 9144000 w 9144000"/>
              <a:gd name="connsiteY2" fmla="*/ 4928377 h 6818498"/>
              <a:gd name="connsiteX3" fmla="*/ 3894012 w 9144000"/>
              <a:gd name="connsiteY3" fmla="*/ 6818497 h 6818498"/>
              <a:gd name="connsiteX4" fmla="*/ 3688329 w 9144000"/>
              <a:gd name="connsiteY4" fmla="*/ 6818498 h 6818498"/>
              <a:gd name="connsiteX5" fmla="*/ 6022210 w 9144000"/>
              <a:gd name="connsiteY5" fmla="*/ 5928708 h 6818498"/>
              <a:gd name="connsiteX6" fmla="*/ 9525 w 9144000"/>
              <a:gd name="connsiteY6" fmla="*/ 4769436 h 6818498"/>
              <a:gd name="connsiteX7" fmla="*/ 0 w 9144000"/>
              <a:gd name="connsiteY7" fmla="*/ 0 h 6818498"/>
              <a:gd name="connsiteX0" fmla="*/ 0 w 9144000"/>
              <a:gd name="connsiteY0" fmla="*/ 0 h 6818498"/>
              <a:gd name="connsiteX1" fmla="*/ 9144000 w 9144000"/>
              <a:gd name="connsiteY1" fmla="*/ 0 h 6818498"/>
              <a:gd name="connsiteX2" fmla="*/ 9144000 w 9144000"/>
              <a:gd name="connsiteY2" fmla="*/ 4842754 h 6818498"/>
              <a:gd name="connsiteX3" fmla="*/ 3894012 w 9144000"/>
              <a:gd name="connsiteY3" fmla="*/ 6818497 h 6818498"/>
              <a:gd name="connsiteX4" fmla="*/ 3688329 w 9144000"/>
              <a:gd name="connsiteY4" fmla="*/ 6818498 h 6818498"/>
              <a:gd name="connsiteX5" fmla="*/ 6022210 w 9144000"/>
              <a:gd name="connsiteY5" fmla="*/ 5928708 h 6818498"/>
              <a:gd name="connsiteX6" fmla="*/ 9525 w 9144000"/>
              <a:gd name="connsiteY6" fmla="*/ 4769436 h 6818498"/>
              <a:gd name="connsiteX7" fmla="*/ 0 w 9144000"/>
              <a:gd name="connsiteY7" fmla="*/ 0 h 6818498"/>
              <a:gd name="connsiteX0" fmla="*/ 0 w 9144000"/>
              <a:gd name="connsiteY0" fmla="*/ 0 h 6847039"/>
              <a:gd name="connsiteX1" fmla="*/ 9144000 w 9144000"/>
              <a:gd name="connsiteY1" fmla="*/ 28541 h 6847039"/>
              <a:gd name="connsiteX2" fmla="*/ 9144000 w 9144000"/>
              <a:gd name="connsiteY2" fmla="*/ 4871295 h 6847039"/>
              <a:gd name="connsiteX3" fmla="*/ 3894012 w 9144000"/>
              <a:gd name="connsiteY3" fmla="*/ 6847038 h 6847039"/>
              <a:gd name="connsiteX4" fmla="*/ 3688329 w 9144000"/>
              <a:gd name="connsiteY4" fmla="*/ 6847039 h 6847039"/>
              <a:gd name="connsiteX5" fmla="*/ 6022210 w 9144000"/>
              <a:gd name="connsiteY5" fmla="*/ 5957249 h 6847039"/>
              <a:gd name="connsiteX6" fmla="*/ 9525 w 9144000"/>
              <a:gd name="connsiteY6" fmla="*/ 4797977 h 6847039"/>
              <a:gd name="connsiteX7" fmla="*/ 0 w 9144000"/>
              <a:gd name="connsiteY7" fmla="*/ 0 h 6847039"/>
              <a:gd name="connsiteX0" fmla="*/ 0 w 9144000"/>
              <a:gd name="connsiteY0" fmla="*/ 9514 h 6856553"/>
              <a:gd name="connsiteX1" fmla="*/ 9134475 w 9144000"/>
              <a:gd name="connsiteY1" fmla="*/ 0 h 6856553"/>
              <a:gd name="connsiteX2" fmla="*/ 9144000 w 9144000"/>
              <a:gd name="connsiteY2" fmla="*/ 4880809 h 6856553"/>
              <a:gd name="connsiteX3" fmla="*/ 3894012 w 9144000"/>
              <a:gd name="connsiteY3" fmla="*/ 6856552 h 6856553"/>
              <a:gd name="connsiteX4" fmla="*/ 3688329 w 9144000"/>
              <a:gd name="connsiteY4" fmla="*/ 6856553 h 6856553"/>
              <a:gd name="connsiteX5" fmla="*/ 6022210 w 9144000"/>
              <a:gd name="connsiteY5" fmla="*/ 5966763 h 6856553"/>
              <a:gd name="connsiteX6" fmla="*/ 9525 w 9144000"/>
              <a:gd name="connsiteY6" fmla="*/ 4807491 h 6856553"/>
              <a:gd name="connsiteX7" fmla="*/ 0 w 9144000"/>
              <a:gd name="connsiteY7" fmla="*/ 9514 h 6856553"/>
              <a:gd name="connsiteX0" fmla="*/ 3810 w 9147810"/>
              <a:gd name="connsiteY0" fmla="*/ 9514 h 6856553"/>
              <a:gd name="connsiteX1" fmla="*/ 9138285 w 9147810"/>
              <a:gd name="connsiteY1" fmla="*/ 0 h 6856553"/>
              <a:gd name="connsiteX2" fmla="*/ 9147810 w 9147810"/>
              <a:gd name="connsiteY2" fmla="*/ 4880809 h 6856553"/>
              <a:gd name="connsiteX3" fmla="*/ 3897822 w 9147810"/>
              <a:gd name="connsiteY3" fmla="*/ 6856552 h 6856553"/>
              <a:gd name="connsiteX4" fmla="*/ 3692139 w 9147810"/>
              <a:gd name="connsiteY4" fmla="*/ 6856553 h 6856553"/>
              <a:gd name="connsiteX5" fmla="*/ 6026020 w 9147810"/>
              <a:gd name="connsiteY5" fmla="*/ 5966763 h 6856553"/>
              <a:gd name="connsiteX6" fmla="*/ 0 w 9147810"/>
              <a:gd name="connsiteY6" fmla="*/ 4807491 h 6856553"/>
              <a:gd name="connsiteX7" fmla="*/ 3810 w 9147810"/>
              <a:gd name="connsiteY7" fmla="*/ 9514 h 6856553"/>
              <a:gd name="connsiteX0" fmla="*/ 3810 w 9147810"/>
              <a:gd name="connsiteY0" fmla="*/ 11417 h 6858456"/>
              <a:gd name="connsiteX1" fmla="*/ 9145905 w 9147810"/>
              <a:gd name="connsiteY1" fmla="*/ 0 h 6858456"/>
              <a:gd name="connsiteX2" fmla="*/ 9147810 w 9147810"/>
              <a:gd name="connsiteY2" fmla="*/ 4882712 h 6858456"/>
              <a:gd name="connsiteX3" fmla="*/ 3897822 w 9147810"/>
              <a:gd name="connsiteY3" fmla="*/ 6858455 h 6858456"/>
              <a:gd name="connsiteX4" fmla="*/ 3692139 w 9147810"/>
              <a:gd name="connsiteY4" fmla="*/ 6858456 h 6858456"/>
              <a:gd name="connsiteX5" fmla="*/ 6026020 w 9147810"/>
              <a:gd name="connsiteY5" fmla="*/ 5968666 h 6858456"/>
              <a:gd name="connsiteX6" fmla="*/ 0 w 9147810"/>
              <a:gd name="connsiteY6" fmla="*/ 4809394 h 6858456"/>
              <a:gd name="connsiteX7" fmla="*/ 3810 w 9147810"/>
              <a:gd name="connsiteY7" fmla="*/ 11417 h 6858456"/>
              <a:gd name="connsiteX0" fmla="*/ 3810 w 9147810"/>
              <a:gd name="connsiteY0" fmla="*/ 3806 h 6858456"/>
              <a:gd name="connsiteX1" fmla="*/ 9145905 w 9147810"/>
              <a:gd name="connsiteY1" fmla="*/ 0 h 6858456"/>
              <a:gd name="connsiteX2" fmla="*/ 9147810 w 9147810"/>
              <a:gd name="connsiteY2" fmla="*/ 4882712 h 6858456"/>
              <a:gd name="connsiteX3" fmla="*/ 3897822 w 9147810"/>
              <a:gd name="connsiteY3" fmla="*/ 6858455 h 6858456"/>
              <a:gd name="connsiteX4" fmla="*/ 3692139 w 9147810"/>
              <a:gd name="connsiteY4" fmla="*/ 6858456 h 6858456"/>
              <a:gd name="connsiteX5" fmla="*/ 6026020 w 9147810"/>
              <a:gd name="connsiteY5" fmla="*/ 5968666 h 6858456"/>
              <a:gd name="connsiteX6" fmla="*/ 0 w 9147810"/>
              <a:gd name="connsiteY6" fmla="*/ 4809394 h 6858456"/>
              <a:gd name="connsiteX7" fmla="*/ 3810 w 9147810"/>
              <a:gd name="connsiteY7" fmla="*/ 3806 h 6858456"/>
              <a:gd name="connsiteX0" fmla="*/ 3810 w 9147810"/>
              <a:gd name="connsiteY0" fmla="*/ 3806 h 6858456"/>
              <a:gd name="connsiteX1" fmla="*/ 9145905 w 9147810"/>
              <a:gd name="connsiteY1" fmla="*/ 0 h 6858456"/>
              <a:gd name="connsiteX2" fmla="*/ 9147810 w 9147810"/>
              <a:gd name="connsiteY2" fmla="*/ 4882712 h 6858456"/>
              <a:gd name="connsiteX3" fmla="*/ 3897822 w 9147810"/>
              <a:gd name="connsiteY3" fmla="*/ 6858455 h 6858456"/>
              <a:gd name="connsiteX4" fmla="*/ 3692139 w 9147810"/>
              <a:gd name="connsiteY4" fmla="*/ 6858456 h 6858456"/>
              <a:gd name="connsiteX5" fmla="*/ 4806088 w 9147810"/>
              <a:gd name="connsiteY5" fmla="*/ 6240903 h 6858456"/>
              <a:gd name="connsiteX6" fmla="*/ 0 w 9147810"/>
              <a:gd name="connsiteY6" fmla="*/ 4809394 h 6858456"/>
              <a:gd name="connsiteX7" fmla="*/ 3810 w 9147810"/>
              <a:gd name="connsiteY7" fmla="*/ 3806 h 6858456"/>
              <a:gd name="connsiteX0" fmla="*/ 3810 w 9147810"/>
              <a:gd name="connsiteY0" fmla="*/ 3806 h 6858456"/>
              <a:gd name="connsiteX1" fmla="*/ 9145905 w 9147810"/>
              <a:gd name="connsiteY1" fmla="*/ 0 h 6858456"/>
              <a:gd name="connsiteX2" fmla="*/ 9147810 w 9147810"/>
              <a:gd name="connsiteY2" fmla="*/ 5190077 h 6858456"/>
              <a:gd name="connsiteX3" fmla="*/ 3897822 w 9147810"/>
              <a:gd name="connsiteY3" fmla="*/ 6858455 h 6858456"/>
              <a:gd name="connsiteX4" fmla="*/ 3692139 w 9147810"/>
              <a:gd name="connsiteY4" fmla="*/ 6858456 h 6858456"/>
              <a:gd name="connsiteX5" fmla="*/ 4806088 w 9147810"/>
              <a:gd name="connsiteY5" fmla="*/ 6240903 h 6858456"/>
              <a:gd name="connsiteX6" fmla="*/ 0 w 9147810"/>
              <a:gd name="connsiteY6" fmla="*/ 4809394 h 6858456"/>
              <a:gd name="connsiteX7" fmla="*/ 3810 w 9147810"/>
              <a:gd name="connsiteY7" fmla="*/ 3806 h 6858456"/>
              <a:gd name="connsiteX0" fmla="*/ 3810 w 9147810"/>
              <a:gd name="connsiteY0" fmla="*/ 3806 h 6858456"/>
              <a:gd name="connsiteX1" fmla="*/ 9145905 w 9147810"/>
              <a:gd name="connsiteY1" fmla="*/ 0 h 6858456"/>
              <a:gd name="connsiteX2" fmla="*/ 9147810 w 9147810"/>
              <a:gd name="connsiteY2" fmla="*/ 5190077 h 6858456"/>
              <a:gd name="connsiteX3" fmla="*/ 3897822 w 9147810"/>
              <a:gd name="connsiteY3" fmla="*/ 6858455 h 6858456"/>
              <a:gd name="connsiteX4" fmla="*/ 3692139 w 9147810"/>
              <a:gd name="connsiteY4" fmla="*/ 6858456 h 6858456"/>
              <a:gd name="connsiteX5" fmla="*/ 5083046 w 9147810"/>
              <a:gd name="connsiteY5" fmla="*/ 6381413 h 6858456"/>
              <a:gd name="connsiteX6" fmla="*/ 0 w 9147810"/>
              <a:gd name="connsiteY6" fmla="*/ 4809394 h 6858456"/>
              <a:gd name="connsiteX7" fmla="*/ 3810 w 9147810"/>
              <a:gd name="connsiteY7" fmla="*/ 3806 h 6858456"/>
              <a:gd name="connsiteX0" fmla="*/ 3810 w 9147810"/>
              <a:gd name="connsiteY0" fmla="*/ 3806 h 6858456"/>
              <a:gd name="connsiteX1" fmla="*/ 9145905 w 9147810"/>
              <a:gd name="connsiteY1" fmla="*/ 0 h 6858456"/>
              <a:gd name="connsiteX2" fmla="*/ 9147810 w 9147810"/>
              <a:gd name="connsiteY2" fmla="*/ 5190077 h 6858456"/>
              <a:gd name="connsiteX3" fmla="*/ 3897822 w 9147810"/>
              <a:gd name="connsiteY3" fmla="*/ 6858455 h 6858456"/>
              <a:gd name="connsiteX4" fmla="*/ 3692139 w 9147810"/>
              <a:gd name="connsiteY4" fmla="*/ 6858456 h 6858456"/>
              <a:gd name="connsiteX5" fmla="*/ 5096494 w 9147810"/>
              <a:gd name="connsiteY5" fmla="*/ 6381414 h 6858456"/>
              <a:gd name="connsiteX6" fmla="*/ 0 w 9147810"/>
              <a:gd name="connsiteY6" fmla="*/ 4809394 h 6858456"/>
              <a:gd name="connsiteX7" fmla="*/ 3810 w 9147810"/>
              <a:gd name="connsiteY7" fmla="*/ 3806 h 6858456"/>
              <a:gd name="connsiteX0" fmla="*/ 3810 w 9147810"/>
              <a:gd name="connsiteY0" fmla="*/ 3806 h 6858456"/>
              <a:gd name="connsiteX1" fmla="*/ 9145905 w 9147810"/>
              <a:gd name="connsiteY1" fmla="*/ 0 h 6858456"/>
              <a:gd name="connsiteX2" fmla="*/ 9147810 w 9147810"/>
              <a:gd name="connsiteY2" fmla="*/ 4615799 h 6858456"/>
              <a:gd name="connsiteX3" fmla="*/ 3897822 w 9147810"/>
              <a:gd name="connsiteY3" fmla="*/ 6858455 h 6858456"/>
              <a:gd name="connsiteX4" fmla="*/ 3692139 w 9147810"/>
              <a:gd name="connsiteY4" fmla="*/ 6858456 h 6858456"/>
              <a:gd name="connsiteX5" fmla="*/ 5096494 w 9147810"/>
              <a:gd name="connsiteY5" fmla="*/ 6381414 h 6858456"/>
              <a:gd name="connsiteX6" fmla="*/ 0 w 9147810"/>
              <a:gd name="connsiteY6" fmla="*/ 4809394 h 6858456"/>
              <a:gd name="connsiteX7" fmla="*/ 3810 w 9147810"/>
              <a:gd name="connsiteY7" fmla="*/ 3806 h 6858456"/>
              <a:gd name="connsiteX0" fmla="*/ 3810 w 9147810"/>
              <a:gd name="connsiteY0" fmla="*/ 3806 h 6858456"/>
              <a:gd name="connsiteX1" fmla="*/ 9145905 w 9147810"/>
              <a:gd name="connsiteY1" fmla="*/ 0 h 6858456"/>
              <a:gd name="connsiteX2" fmla="*/ 9147810 w 9147810"/>
              <a:gd name="connsiteY2" fmla="*/ 4615799 h 6858456"/>
              <a:gd name="connsiteX3" fmla="*/ 3897822 w 9147810"/>
              <a:gd name="connsiteY3" fmla="*/ 6858455 h 6858456"/>
              <a:gd name="connsiteX4" fmla="*/ 3692139 w 9147810"/>
              <a:gd name="connsiteY4" fmla="*/ 6858456 h 6858456"/>
              <a:gd name="connsiteX5" fmla="*/ 5096494 w 9147810"/>
              <a:gd name="connsiteY5" fmla="*/ 6381414 h 6858456"/>
              <a:gd name="connsiteX6" fmla="*/ 0 w 9147810"/>
              <a:gd name="connsiteY6" fmla="*/ 4976248 h 6858456"/>
              <a:gd name="connsiteX7" fmla="*/ 3810 w 9147810"/>
              <a:gd name="connsiteY7" fmla="*/ 3806 h 6858456"/>
              <a:gd name="connsiteX0" fmla="*/ 3810 w 9147810"/>
              <a:gd name="connsiteY0" fmla="*/ 3806 h 6858456"/>
              <a:gd name="connsiteX1" fmla="*/ 9145905 w 9147810"/>
              <a:gd name="connsiteY1" fmla="*/ 0 h 6858456"/>
              <a:gd name="connsiteX2" fmla="*/ 9147810 w 9147810"/>
              <a:gd name="connsiteY2" fmla="*/ 4615799 h 6858456"/>
              <a:gd name="connsiteX3" fmla="*/ 4726497 w 9147810"/>
              <a:gd name="connsiteY3" fmla="*/ 6848941 h 6858456"/>
              <a:gd name="connsiteX4" fmla="*/ 3692139 w 9147810"/>
              <a:gd name="connsiteY4" fmla="*/ 6858456 h 6858456"/>
              <a:gd name="connsiteX5" fmla="*/ 5096494 w 9147810"/>
              <a:gd name="connsiteY5" fmla="*/ 6381414 h 6858456"/>
              <a:gd name="connsiteX6" fmla="*/ 0 w 9147810"/>
              <a:gd name="connsiteY6" fmla="*/ 4976248 h 6858456"/>
              <a:gd name="connsiteX7" fmla="*/ 3810 w 9147810"/>
              <a:gd name="connsiteY7" fmla="*/ 3806 h 6858456"/>
              <a:gd name="connsiteX0" fmla="*/ 3810 w 9147810"/>
              <a:gd name="connsiteY0" fmla="*/ 3806 h 6858456"/>
              <a:gd name="connsiteX1" fmla="*/ 9145905 w 9147810"/>
              <a:gd name="connsiteY1" fmla="*/ 0 h 6858456"/>
              <a:gd name="connsiteX2" fmla="*/ 9147810 w 9147810"/>
              <a:gd name="connsiteY2" fmla="*/ 4615799 h 6858456"/>
              <a:gd name="connsiteX3" fmla="*/ 4726497 w 9147810"/>
              <a:gd name="connsiteY3" fmla="*/ 6848941 h 6858456"/>
              <a:gd name="connsiteX4" fmla="*/ 4099333 w 9147810"/>
              <a:gd name="connsiteY4" fmla="*/ 6858456 h 6858456"/>
              <a:gd name="connsiteX5" fmla="*/ 5096494 w 9147810"/>
              <a:gd name="connsiteY5" fmla="*/ 6381414 h 6858456"/>
              <a:gd name="connsiteX6" fmla="*/ 0 w 9147810"/>
              <a:gd name="connsiteY6" fmla="*/ 4976248 h 6858456"/>
              <a:gd name="connsiteX7" fmla="*/ 3810 w 9147810"/>
              <a:gd name="connsiteY7" fmla="*/ 3806 h 6858456"/>
              <a:gd name="connsiteX0" fmla="*/ 3810 w 9147810"/>
              <a:gd name="connsiteY0" fmla="*/ 3806 h 6858456"/>
              <a:gd name="connsiteX1" fmla="*/ 9145905 w 9147810"/>
              <a:gd name="connsiteY1" fmla="*/ 0 h 6858456"/>
              <a:gd name="connsiteX2" fmla="*/ 9147810 w 9147810"/>
              <a:gd name="connsiteY2" fmla="*/ 4615799 h 6858456"/>
              <a:gd name="connsiteX3" fmla="*/ 4726497 w 9147810"/>
              <a:gd name="connsiteY3" fmla="*/ 6848941 h 6858456"/>
              <a:gd name="connsiteX4" fmla="*/ 4120115 w 9147810"/>
              <a:gd name="connsiteY4" fmla="*/ 6858456 h 6858456"/>
              <a:gd name="connsiteX5" fmla="*/ 5096494 w 9147810"/>
              <a:gd name="connsiteY5" fmla="*/ 6381414 h 6858456"/>
              <a:gd name="connsiteX6" fmla="*/ 0 w 9147810"/>
              <a:gd name="connsiteY6" fmla="*/ 4976248 h 6858456"/>
              <a:gd name="connsiteX7" fmla="*/ 3810 w 9147810"/>
              <a:gd name="connsiteY7" fmla="*/ 3806 h 6858456"/>
              <a:gd name="connsiteX0" fmla="*/ 3810 w 9147810"/>
              <a:gd name="connsiteY0" fmla="*/ 3806 h 6862780"/>
              <a:gd name="connsiteX1" fmla="*/ 9145905 w 9147810"/>
              <a:gd name="connsiteY1" fmla="*/ 0 h 6862780"/>
              <a:gd name="connsiteX2" fmla="*/ 9147810 w 9147810"/>
              <a:gd name="connsiteY2" fmla="*/ 4615799 h 6862780"/>
              <a:gd name="connsiteX3" fmla="*/ 4300470 w 9147810"/>
              <a:gd name="connsiteY3" fmla="*/ 6862780 h 6862780"/>
              <a:gd name="connsiteX4" fmla="*/ 4120115 w 9147810"/>
              <a:gd name="connsiteY4" fmla="*/ 6858456 h 6862780"/>
              <a:gd name="connsiteX5" fmla="*/ 5096494 w 9147810"/>
              <a:gd name="connsiteY5" fmla="*/ 6381414 h 6862780"/>
              <a:gd name="connsiteX6" fmla="*/ 0 w 9147810"/>
              <a:gd name="connsiteY6" fmla="*/ 4976248 h 6862780"/>
              <a:gd name="connsiteX7" fmla="*/ 3810 w 9147810"/>
              <a:gd name="connsiteY7" fmla="*/ 3806 h 6862780"/>
              <a:gd name="connsiteX0" fmla="*/ 3810 w 9147810"/>
              <a:gd name="connsiteY0" fmla="*/ 3806 h 6862780"/>
              <a:gd name="connsiteX1" fmla="*/ 9145905 w 9147810"/>
              <a:gd name="connsiteY1" fmla="*/ 0 h 6862780"/>
              <a:gd name="connsiteX2" fmla="*/ 9147810 w 9147810"/>
              <a:gd name="connsiteY2" fmla="*/ 4615799 h 6862780"/>
              <a:gd name="connsiteX3" fmla="*/ 4300470 w 9147810"/>
              <a:gd name="connsiteY3" fmla="*/ 6862780 h 6862780"/>
              <a:gd name="connsiteX4" fmla="*/ 4120115 w 9147810"/>
              <a:gd name="connsiteY4" fmla="*/ 6862262 h 6862780"/>
              <a:gd name="connsiteX5" fmla="*/ 5096494 w 9147810"/>
              <a:gd name="connsiteY5" fmla="*/ 6381414 h 6862780"/>
              <a:gd name="connsiteX6" fmla="*/ 0 w 9147810"/>
              <a:gd name="connsiteY6" fmla="*/ 4976248 h 6862780"/>
              <a:gd name="connsiteX7" fmla="*/ 3810 w 9147810"/>
              <a:gd name="connsiteY7" fmla="*/ 3806 h 6862780"/>
              <a:gd name="connsiteX0" fmla="*/ 3810 w 9147810"/>
              <a:gd name="connsiteY0" fmla="*/ 3806 h 6862262"/>
              <a:gd name="connsiteX1" fmla="*/ 9145905 w 9147810"/>
              <a:gd name="connsiteY1" fmla="*/ 0 h 6862262"/>
              <a:gd name="connsiteX2" fmla="*/ 9147810 w 9147810"/>
              <a:gd name="connsiteY2" fmla="*/ 4615799 h 6862262"/>
              <a:gd name="connsiteX3" fmla="*/ 4300470 w 9147810"/>
              <a:gd name="connsiteY3" fmla="*/ 6858975 h 6862262"/>
              <a:gd name="connsiteX4" fmla="*/ 4120115 w 9147810"/>
              <a:gd name="connsiteY4" fmla="*/ 6862262 h 6862262"/>
              <a:gd name="connsiteX5" fmla="*/ 5096494 w 9147810"/>
              <a:gd name="connsiteY5" fmla="*/ 6381414 h 6862262"/>
              <a:gd name="connsiteX6" fmla="*/ 0 w 9147810"/>
              <a:gd name="connsiteY6" fmla="*/ 4976248 h 6862262"/>
              <a:gd name="connsiteX7" fmla="*/ 3810 w 9147810"/>
              <a:gd name="connsiteY7" fmla="*/ 3806 h 6862262"/>
              <a:gd name="connsiteX0" fmla="*/ 3810 w 9147810"/>
              <a:gd name="connsiteY0" fmla="*/ 3806 h 6862262"/>
              <a:gd name="connsiteX1" fmla="*/ 9145905 w 9147810"/>
              <a:gd name="connsiteY1" fmla="*/ 0 h 6862262"/>
              <a:gd name="connsiteX2" fmla="*/ 9147810 w 9147810"/>
              <a:gd name="connsiteY2" fmla="*/ 4615799 h 6862262"/>
              <a:gd name="connsiteX3" fmla="*/ 4300470 w 9147810"/>
              <a:gd name="connsiteY3" fmla="*/ 6858975 h 6862262"/>
              <a:gd name="connsiteX4" fmla="*/ 4120115 w 9147810"/>
              <a:gd name="connsiteY4" fmla="*/ 6862262 h 6862262"/>
              <a:gd name="connsiteX5" fmla="*/ 5096494 w 9147810"/>
              <a:gd name="connsiteY5" fmla="*/ 6381414 h 6862262"/>
              <a:gd name="connsiteX6" fmla="*/ 0 w 9147810"/>
              <a:gd name="connsiteY6" fmla="*/ 4976248 h 6862262"/>
              <a:gd name="connsiteX7" fmla="*/ 3810 w 9147810"/>
              <a:gd name="connsiteY7" fmla="*/ 3806 h 6862262"/>
              <a:gd name="connsiteX0" fmla="*/ 3810 w 9147810"/>
              <a:gd name="connsiteY0" fmla="*/ 3806 h 6862262"/>
              <a:gd name="connsiteX1" fmla="*/ 9145905 w 9147810"/>
              <a:gd name="connsiteY1" fmla="*/ 0 h 6862262"/>
              <a:gd name="connsiteX2" fmla="*/ 9147810 w 9147810"/>
              <a:gd name="connsiteY2" fmla="*/ 4615799 h 6862262"/>
              <a:gd name="connsiteX3" fmla="*/ 4300470 w 9147810"/>
              <a:gd name="connsiteY3" fmla="*/ 6858975 h 6862262"/>
              <a:gd name="connsiteX4" fmla="*/ 4120115 w 9147810"/>
              <a:gd name="connsiteY4" fmla="*/ 6862262 h 6862262"/>
              <a:gd name="connsiteX5" fmla="*/ 5096494 w 9147810"/>
              <a:gd name="connsiteY5" fmla="*/ 6381414 h 6862262"/>
              <a:gd name="connsiteX6" fmla="*/ 0 w 9147810"/>
              <a:gd name="connsiteY6" fmla="*/ 4976248 h 6862262"/>
              <a:gd name="connsiteX7" fmla="*/ 3810 w 9147810"/>
              <a:gd name="connsiteY7" fmla="*/ 3806 h 6862262"/>
              <a:gd name="connsiteX0" fmla="*/ 3810 w 9147810"/>
              <a:gd name="connsiteY0" fmla="*/ 3806 h 6862262"/>
              <a:gd name="connsiteX1" fmla="*/ 9145905 w 9147810"/>
              <a:gd name="connsiteY1" fmla="*/ 0 h 6862262"/>
              <a:gd name="connsiteX2" fmla="*/ 9147810 w 9147810"/>
              <a:gd name="connsiteY2" fmla="*/ 4615799 h 6862262"/>
              <a:gd name="connsiteX3" fmla="*/ 4300470 w 9147810"/>
              <a:gd name="connsiteY3" fmla="*/ 6858975 h 6862262"/>
              <a:gd name="connsiteX4" fmla="*/ 4120115 w 9147810"/>
              <a:gd name="connsiteY4" fmla="*/ 6862262 h 6862262"/>
              <a:gd name="connsiteX5" fmla="*/ 5096494 w 9147810"/>
              <a:gd name="connsiteY5" fmla="*/ 6381414 h 6862262"/>
              <a:gd name="connsiteX6" fmla="*/ 0 w 9147810"/>
              <a:gd name="connsiteY6" fmla="*/ 4976248 h 6862262"/>
              <a:gd name="connsiteX7" fmla="*/ 3810 w 9147810"/>
              <a:gd name="connsiteY7" fmla="*/ 3806 h 6862262"/>
              <a:gd name="connsiteX0" fmla="*/ 3810 w 9147810"/>
              <a:gd name="connsiteY0" fmla="*/ 3806 h 6862262"/>
              <a:gd name="connsiteX1" fmla="*/ 9145905 w 9147810"/>
              <a:gd name="connsiteY1" fmla="*/ 0 h 6862262"/>
              <a:gd name="connsiteX2" fmla="*/ 9147810 w 9147810"/>
              <a:gd name="connsiteY2" fmla="*/ 4615799 h 6862262"/>
              <a:gd name="connsiteX3" fmla="*/ 4300470 w 9147810"/>
              <a:gd name="connsiteY3" fmla="*/ 6858975 h 6862262"/>
              <a:gd name="connsiteX4" fmla="*/ 4120115 w 9147810"/>
              <a:gd name="connsiteY4" fmla="*/ 6862262 h 6862262"/>
              <a:gd name="connsiteX5" fmla="*/ 5096494 w 9147810"/>
              <a:gd name="connsiteY5" fmla="*/ 6381414 h 6862262"/>
              <a:gd name="connsiteX6" fmla="*/ 0 w 9147810"/>
              <a:gd name="connsiteY6" fmla="*/ 4976248 h 6862262"/>
              <a:gd name="connsiteX7" fmla="*/ 3810 w 9147810"/>
              <a:gd name="connsiteY7" fmla="*/ 3806 h 6862262"/>
              <a:gd name="connsiteX0" fmla="*/ 3810 w 9147810"/>
              <a:gd name="connsiteY0" fmla="*/ 3806 h 6862262"/>
              <a:gd name="connsiteX1" fmla="*/ 9145905 w 9147810"/>
              <a:gd name="connsiteY1" fmla="*/ 0 h 6862262"/>
              <a:gd name="connsiteX2" fmla="*/ 9147810 w 9147810"/>
              <a:gd name="connsiteY2" fmla="*/ 4615799 h 6862262"/>
              <a:gd name="connsiteX3" fmla="*/ 4300470 w 9147810"/>
              <a:gd name="connsiteY3" fmla="*/ 6858975 h 6862262"/>
              <a:gd name="connsiteX4" fmla="*/ 4120115 w 9147810"/>
              <a:gd name="connsiteY4" fmla="*/ 6862262 h 6862262"/>
              <a:gd name="connsiteX5" fmla="*/ 5175076 w 9147810"/>
              <a:gd name="connsiteY5" fmla="*/ 6398063 h 6862262"/>
              <a:gd name="connsiteX6" fmla="*/ 0 w 9147810"/>
              <a:gd name="connsiteY6" fmla="*/ 4976248 h 6862262"/>
              <a:gd name="connsiteX7" fmla="*/ 3810 w 9147810"/>
              <a:gd name="connsiteY7" fmla="*/ 3806 h 6862262"/>
              <a:gd name="connsiteX0" fmla="*/ 3810 w 9147810"/>
              <a:gd name="connsiteY0" fmla="*/ 3806 h 6862262"/>
              <a:gd name="connsiteX1" fmla="*/ 9145905 w 9147810"/>
              <a:gd name="connsiteY1" fmla="*/ 0 h 6862262"/>
              <a:gd name="connsiteX2" fmla="*/ 9147810 w 9147810"/>
              <a:gd name="connsiteY2" fmla="*/ 4615799 h 6862262"/>
              <a:gd name="connsiteX3" fmla="*/ 4300470 w 9147810"/>
              <a:gd name="connsiteY3" fmla="*/ 6858975 h 6862262"/>
              <a:gd name="connsiteX4" fmla="*/ 4120115 w 9147810"/>
              <a:gd name="connsiteY4" fmla="*/ 6862262 h 6862262"/>
              <a:gd name="connsiteX5" fmla="*/ 5175076 w 9147810"/>
              <a:gd name="connsiteY5" fmla="*/ 6398063 h 6862262"/>
              <a:gd name="connsiteX6" fmla="*/ 0 w 9147810"/>
              <a:gd name="connsiteY6" fmla="*/ 4959600 h 6862262"/>
              <a:gd name="connsiteX7" fmla="*/ 3810 w 9147810"/>
              <a:gd name="connsiteY7" fmla="*/ 3806 h 6862262"/>
              <a:gd name="connsiteX0" fmla="*/ 3810 w 9147810"/>
              <a:gd name="connsiteY0" fmla="*/ 3806 h 6862262"/>
              <a:gd name="connsiteX1" fmla="*/ 9145905 w 9147810"/>
              <a:gd name="connsiteY1" fmla="*/ 0 h 6862262"/>
              <a:gd name="connsiteX2" fmla="*/ 9147810 w 9147810"/>
              <a:gd name="connsiteY2" fmla="*/ 4615799 h 6862262"/>
              <a:gd name="connsiteX3" fmla="*/ 4300470 w 9147810"/>
              <a:gd name="connsiteY3" fmla="*/ 6858975 h 6862262"/>
              <a:gd name="connsiteX4" fmla="*/ 4120115 w 9147810"/>
              <a:gd name="connsiteY4" fmla="*/ 6862262 h 6862262"/>
              <a:gd name="connsiteX5" fmla="*/ 5175076 w 9147810"/>
              <a:gd name="connsiteY5" fmla="*/ 6398063 h 6862262"/>
              <a:gd name="connsiteX6" fmla="*/ 0 w 9147810"/>
              <a:gd name="connsiteY6" fmla="*/ 4961979 h 6862262"/>
              <a:gd name="connsiteX7" fmla="*/ 3810 w 9147810"/>
              <a:gd name="connsiteY7" fmla="*/ 3806 h 6862262"/>
              <a:gd name="connsiteX0" fmla="*/ 3810 w 9147810"/>
              <a:gd name="connsiteY0" fmla="*/ 3806 h 6858975"/>
              <a:gd name="connsiteX1" fmla="*/ 9145905 w 9147810"/>
              <a:gd name="connsiteY1" fmla="*/ 0 h 6858975"/>
              <a:gd name="connsiteX2" fmla="*/ 9147810 w 9147810"/>
              <a:gd name="connsiteY2" fmla="*/ 4615799 h 6858975"/>
              <a:gd name="connsiteX3" fmla="*/ 4300470 w 9147810"/>
              <a:gd name="connsiteY3" fmla="*/ 6858975 h 6858975"/>
              <a:gd name="connsiteX4" fmla="*/ 4186195 w 9147810"/>
              <a:gd name="connsiteY4" fmla="*/ 6855127 h 6858975"/>
              <a:gd name="connsiteX5" fmla="*/ 5175076 w 9147810"/>
              <a:gd name="connsiteY5" fmla="*/ 6398063 h 6858975"/>
              <a:gd name="connsiteX6" fmla="*/ 0 w 9147810"/>
              <a:gd name="connsiteY6" fmla="*/ 4961979 h 6858975"/>
              <a:gd name="connsiteX7" fmla="*/ 3810 w 9147810"/>
              <a:gd name="connsiteY7" fmla="*/ 3806 h 6858975"/>
              <a:gd name="connsiteX0" fmla="*/ 3810 w 9147810"/>
              <a:gd name="connsiteY0" fmla="*/ 3806 h 6859884"/>
              <a:gd name="connsiteX1" fmla="*/ 9145905 w 9147810"/>
              <a:gd name="connsiteY1" fmla="*/ 0 h 6859884"/>
              <a:gd name="connsiteX2" fmla="*/ 9147810 w 9147810"/>
              <a:gd name="connsiteY2" fmla="*/ 4615799 h 6859884"/>
              <a:gd name="connsiteX3" fmla="*/ 4300470 w 9147810"/>
              <a:gd name="connsiteY3" fmla="*/ 6858975 h 6859884"/>
              <a:gd name="connsiteX4" fmla="*/ 4177266 w 9147810"/>
              <a:gd name="connsiteY4" fmla="*/ 6859884 h 6859884"/>
              <a:gd name="connsiteX5" fmla="*/ 5175076 w 9147810"/>
              <a:gd name="connsiteY5" fmla="*/ 6398063 h 6859884"/>
              <a:gd name="connsiteX6" fmla="*/ 0 w 9147810"/>
              <a:gd name="connsiteY6" fmla="*/ 4961979 h 6859884"/>
              <a:gd name="connsiteX7" fmla="*/ 3810 w 9147810"/>
              <a:gd name="connsiteY7" fmla="*/ 3806 h 6859884"/>
              <a:gd name="connsiteX0" fmla="*/ 3810 w 9147810"/>
              <a:gd name="connsiteY0" fmla="*/ 3806 h 6859884"/>
              <a:gd name="connsiteX1" fmla="*/ 9145905 w 9147810"/>
              <a:gd name="connsiteY1" fmla="*/ 0 h 6859884"/>
              <a:gd name="connsiteX2" fmla="*/ 9147810 w 9147810"/>
              <a:gd name="connsiteY2" fmla="*/ 4615799 h 6859884"/>
              <a:gd name="connsiteX3" fmla="*/ 4286183 w 9147810"/>
              <a:gd name="connsiteY3" fmla="*/ 6858975 h 6859884"/>
              <a:gd name="connsiteX4" fmla="*/ 4177266 w 9147810"/>
              <a:gd name="connsiteY4" fmla="*/ 6859884 h 6859884"/>
              <a:gd name="connsiteX5" fmla="*/ 5175076 w 9147810"/>
              <a:gd name="connsiteY5" fmla="*/ 6398063 h 6859884"/>
              <a:gd name="connsiteX6" fmla="*/ 0 w 9147810"/>
              <a:gd name="connsiteY6" fmla="*/ 4961979 h 6859884"/>
              <a:gd name="connsiteX7" fmla="*/ 3810 w 9147810"/>
              <a:gd name="connsiteY7" fmla="*/ 3806 h 6859884"/>
              <a:gd name="connsiteX0" fmla="*/ 3810 w 9147810"/>
              <a:gd name="connsiteY0" fmla="*/ 3806 h 6859884"/>
              <a:gd name="connsiteX1" fmla="*/ 9145905 w 9147810"/>
              <a:gd name="connsiteY1" fmla="*/ 0 h 6859884"/>
              <a:gd name="connsiteX2" fmla="*/ 9147810 w 9147810"/>
              <a:gd name="connsiteY2" fmla="*/ 4615799 h 6859884"/>
              <a:gd name="connsiteX3" fmla="*/ 4286183 w 9147810"/>
              <a:gd name="connsiteY3" fmla="*/ 6858975 h 6859884"/>
              <a:gd name="connsiteX4" fmla="*/ 4177266 w 9147810"/>
              <a:gd name="connsiteY4" fmla="*/ 6859884 h 6859884"/>
              <a:gd name="connsiteX5" fmla="*/ 5180435 w 9147810"/>
              <a:gd name="connsiteY5" fmla="*/ 6395685 h 6859884"/>
              <a:gd name="connsiteX6" fmla="*/ 0 w 9147810"/>
              <a:gd name="connsiteY6" fmla="*/ 4961979 h 6859884"/>
              <a:gd name="connsiteX7" fmla="*/ 3810 w 9147810"/>
              <a:gd name="connsiteY7" fmla="*/ 3806 h 6859884"/>
              <a:gd name="connsiteX0" fmla="*/ 3810 w 9147810"/>
              <a:gd name="connsiteY0" fmla="*/ 3806 h 6859884"/>
              <a:gd name="connsiteX1" fmla="*/ 9145905 w 9147810"/>
              <a:gd name="connsiteY1" fmla="*/ 0 h 6859884"/>
              <a:gd name="connsiteX2" fmla="*/ 9147810 w 9147810"/>
              <a:gd name="connsiteY2" fmla="*/ 4615799 h 6859884"/>
              <a:gd name="connsiteX3" fmla="*/ 4286183 w 9147810"/>
              <a:gd name="connsiteY3" fmla="*/ 6858975 h 6859884"/>
              <a:gd name="connsiteX4" fmla="*/ 4177266 w 9147810"/>
              <a:gd name="connsiteY4" fmla="*/ 6859884 h 6859884"/>
              <a:gd name="connsiteX5" fmla="*/ 5178649 w 9147810"/>
              <a:gd name="connsiteY5" fmla="*/ 6398063 h 6859884"/>
              <a:gd name="connsiteX6" fmla="*/ 0 w 9147810"/>
              <a:gd name="connsiteY6" fmla="*/ 4961979 h 6859884"/>
              <a:gd name="connsiteX7" fmla="*/ 3810 w 9147810"/>
              <a:gd name="connsiteY7" fmla="*/ 3806 h 6859884"/>
              <a:gd name="connsiteX0" fmla="*/ 3810 w 9147810"/>
              <a:gd name="connsiteY0" fmla="*/ 3806 h 6859884"/>
              <a:gd name="connsiteX1" fmla="*/ 9145905 w 9147810"/>
              <a:gd name="connsiteY1" fmla="*/ 0 h 6859884"/>
              <a:gd name="connsiteX2" fmla="*/ 9147810 w 9147810"/>
              <a:gd name="connsiteY2" fmla="*/ 4615799 h 6859884"/>
              <a:gd name="connsiteX3" fmla="*/ 4286183 w 9147810"/>
              <a:gd name="connsiteY3" fmla="*/ 6858975 h 6859884"/>
              <a:gd name="connsiteX4" fmla="*/ 4180838 w 9147810"/>
              <a:gd name="connsiteY4" fmla="*/ 6859884 h 6859884"/>
              <a:gd name="connsiteX5" fmla="*/ 5178649 w 9147810"/>
              <a:gd name="connsiteY5" fmla="*/ 6398063 h 6859884"/>
              <a:gd name="connsiteX6" fmla="*/ 0 w 9147810"/>
              <a:gd name="connsiteY6" fmla="*/ 4961979 h 6859884"/>
              <a:gd name="connsiteX7" fmla="*/ 3810 w 9147810"/>
              <a:gd name="connsiteY7" fmla="*/ 3806 h 6859884"/>
              <a:gd name="connsiteX0" fmla="*/ 3810 w 9147810"/>
              <a:gd name="connsiteY0" fmla="*/ 3806 h 6859884"/>
              <a:gd name="connsiteX1" fmla="*/ 9145905 w 9147810"/>
              <a:gd name="connsiteY1" fmla="*/ 0 h 6859884"/>
              <a:gd name="connsiteX2" fmla="*/ 9147810 w 9147810"/>
              <a:gd name="connsiteY2" fmla="*/ 4615799 h 6859884"/>
              <a:gd name="connsiteX3" fmla="*/ 4286183 w 9147810"/>
              <a:gd name="connsiteY3" fmla="*/ 6858975 h 6859884"/>
              <a:gd name="connsiteX4" fmla="*/ 4175480 w 9147810"/>
              <a:gd name="connsiteY4" fmla="*/ 6859884 h 6859884"/>
              <a:gd name="connsiteX5" fmla="*/ 5178649 w 9147810"/>
              <a:gd name="connsiteY5" fmla="*/ 6398063 h 6859884"/>
              <a:gd name="connsiteX6" fmla="*/ 0 w 9147810"/>
              <a:gd name="connsiteY6" fmla="*/ 4961979 h 6859884"/>
              <a:gd name="connsiteX7" fmla="*/ 3810 w 9147810"/>
              <a:gd name="connsiteY7" fmla="*/ 3806 h 6859884"/>
              <a:gd name="connsiteX0" fmla="*/ 2024 w 9146024"/>
              <a:gd name="connsiteY0" fmla="*/ 3806 h 6859884"/>
              <a:gd name="connsiteX1" fmla="*/ 9144119 w 9146024"/>
              <a:gd name="connsiteY1" fmla="*/ 0 h 6859884"/>
              <a:gd name="connsiteX2" fmla="*/ 9146024 w 9146024"/>
              <a:gd name="connsiteY2" fmla="*/ 4615799 h 6859884"/>
              <a:gd name="connsiteX3" fmla="*/ 4284397 w 9146024"/>
              <a:gd name="connsiteY3" fmla="*/ 6858975 h 6859884"/>
              <a:gd name="connsiteX4" fmla="*/ 4173694 w 9146024"/>
              <a:gd name="connsiteY4" fmla="*/ 6859884 h 6859884"/>
              <a:gd name="connsiteX5" fmla="*/ 5176863 w 9146024"/>
              <a:gd name="connsiteY5" fmla="*/ 6398063 h 6859884"/>
              <a:gd name="connsiteX6" fmla="*/ 0 w 9146024"/>
              <a:gd name="connsiteY6" fmla="*/ 4961980 h 6859884"/>
              <a:gd name="connsiteX7" fmla="*/ 2024 w 9146024"/>
              <a:gd name="connsiteY7" fmla="*/ 3806 h 6859884"/>
              <a:gd name="connsiteX0" fmla="*/ 3810 w 9147810"/>
              <a:gd name="connsiteY0" fmla="*/ 3806 h 6859884"/>
              <a:gd name="connsiteX1" fmla="*/ 9145905 w 9147810"/>
              <a:gd name="connsiteY1" fmla="*/ 0 h 6859884"/>
              <a:gd name="connsiteX2" fmla="*/ 9147810 w 9147810"/>
              <a:gd name="connsiteY2" fmla="*/ 4615799 h 6859884"/>
              <a:gd name="connsiteX3" fmla="*/ 4286183 w 9147810"/>
              <a:gd name="connsiteY3" fmla="*/ 6858975 h 6859884"/>
              <a:gd name="connsiteX4" fmla="*/ 4175480 w 9147810"/>
              <a:gd name="connsiteY4" fmla="*/ 6859884 h 6859884"/>
              <a:gd name="connsiteX5" fmla="*/ 5178649 w 9147810"/>
              <a:gd name="connsiteY5" fmla="*/ 6398063 h 6859884"/>
              <a:gd name="connsiteX6" fmla="*/ 0 w 9147810"/>
              <a:gd name="connsiteY6" fmla="*/ 4959602 h 6859884"/>
              <a:gd name="connsiteX7" fmla="*/ 3810 w 9147810"/>
              <a:gd name="connsiteY7" fmla="*/ 3806 h 6859884"/>
              <a:gd name="connsiteX0" fmla="*/ 7382 w 9151382"/>
              <a:gd name="connsiteY0" fmla="*/ 3806 h 6859884"/>
              <a:gd name="connsiteX1" fmla="*/ 9149477 w 9151382"/>
              <a:gd name="connsiteY1" fmla="*/ 0 h 6859884"/>
              <a:gd name="connsiteX2" fmla="*/ 9151382 w 9151382"/>
              <a:gd name="connsiteY2" fmla="*/ 4615799 h 6859884"/>
              <a:gd name="connsiteX3" fmla="*/ 4289755 w 9151382"/>
              <a:gd name="connsiteY3" fmla="*/ 6858975 h 6859884"/>
              <a:gd name="connsiteX4" fmla="*/ 4179052 w 9151382"/>
              <a:gd name="connsiteY4" fmla="*/ 6859884 h 6859884"/>
              <a:gd name="connsiteX5" fmla="*/ 5182221 w 9151382"/>
              <a:gd name="connsiteY5" fmla="*/ 6398063 h 6859884"/>
              <a:gd name="connsiteX6" fmla="*/ 0 w 9151382"/>
              <a:gd name="connsiteY6" fmla="*/ 4961982 h 6859884"/>
              <a:gd name="connsiteX7" fmla="*/ 7382 w 9151382"/>
              <a:gd name="connsiteY7" fmla="*/ 3806 h 6859884"/>
              <a:gd name="connsiteX0" fmla="*/ 2024 w 9151382"/>
              <a:gd name="connsiteY0" fmla="*/ 3806 h 6859884"/>
              <a:gd name="connsiteX1" fmla="*/ 9149477 w 9151382"/>
              <a:gd name="connsiteY1" fmla="*/ 0 h 6859884"/>
              <a:gd name="connsiteX2" fmla="*/ 9151382 w 9151382"/>
              <a:gd name="connsiteY2" fmla="*/ 4615799 h 6859884"/>
              <a:gd name="connsiteX3" fmla="*/ 4289755 w 9151382"/>
              <a:gd name="connsiteY3" fmla="*/ 6858975 h 6859884"/>
              <a:gd name="connsiteX4" fmla="*/ 4179052 w 9151382"/>
              <a:gd name="connsiteY4" fmla="*/ 6859884 h 6859884"/>
              <a:gd name="connsiteX5" fmla="*/ 5182221 w 9151382"/>
              <a:gd name="connsiteY5" fmla="*/ 6398063 h 6859884"/>
              <a:gd name="connsiteX6" fmla="*/ 0 w 9151382"/>
              <a:gd name="connsiteY6" fmla="*/ 4961982 h 6859884"/>
              <a:gd name="connsiteX7" fmla="*/ 2024 w 9151382"/>
              <a:gd name="connsiteY7" fmla="*/ 3806 h 6859884"/>
              <a:gd name="connsiteX0" fmla="*/ 2024 w 9153049"/>
              <a:gd name="connsiteY0" fmla="*/ 3806 h 6859884"/>
              <a:gd name="connsiteX1" fmla="*/ 9153049 w 9153049"/>
              <a:gd name="connsiteY1" fmla="*/ 0 h 6859884"/>
              <a:gd name="connsiteX2" fmla="*/ 9151382 w 9153049"/>
              <a:gd name="connsiteY2" fmla="*/ 4615799 h 6859884"/>
              <a:gd name="connsiteX3" fmla="*/ 4289755 w 9153049"/>
              <a:gd name="connsiteY3" fmla="*/ 6858975 h 6859884"/>
              <a:gd name="connsiteX4" fmla="*/ 4179052 w 9153049"/>
              <a:gd name="connsiteY4" fmla="*/ 6859884 h 6859884"/>
              <a:gd name="connsiteX5" fmla="*/ 5182221 w 9153049"/>
              <a:gd name="connsiteY5" fmla="*/ 6398063 h 6859884"/>
              <a:gd name="connsiteX6" fmla="*/ 0 w 9153049"/>
              <a:gd name="connsiteY6" fmla="*/ 4961982 h 6859884"/>
              <a:gd name="connsiteX7" fmla="*/ 2024 w 9153049"/>
              <a:gd name="connsiteY7" fmla="*/ 3806 h 6859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153049" h="6859884">
                <a:moveTo>
                  <a:pt x="2024" y="3806"/>
                </a:moveTo>
                <a:lnTo>
                  <a:pt x="9153049" y="0"/>
                </a:lnTo>
                <a:cubicBezTo>
                  <a:pt x="9152493" y="1538600"/>
                  <a:pt x="9151938" y="3077199"/>
                  <a:pt x="9151382" y="4615799"/>
                </a:cubicBezTo>
                <a:lnTo>
                  <a:pt x="4289755" y="6858975"/>
                </a:lnTo>
                <a:lnTo>
                  <a:pt x="4179052" y="6859884"/>
                </a:lnTo>
                <a:lnTo>
                  <a:pt x="5182221" y="6398063"/>
                </a:lnTo>
                <a:lnTo>
                  <a:pt x="0" y="4961982"/>
                </a:lnTo>
                <a:cubicBezTo>
                  <a:pt x="0" y="3242150"/>
                  <a:pt x="2024" y="1723638"/>
                  <a:pt x="2024" y="3806"/>
                </a:cubicBezTo>
                <a:close/>
              </a:path>
            </a:pathLst>
          </a:custGeom>
          <a:blipFill dpi="0" rotWithShape="1">
            <a:blip r:embed="rId2"/>
            <a:srcRect/>
            <a:stretch>
              <a:fillRect/>
            </a:stretch>
          </a:blipFill>
        </p:spPr>
        <p:txBody>
          <a:bodyPr wrap="square" tIns="0" bIns="720000" anchor="ctr">
            <a:noAutofit/>
          </a:bodyPr>
          <a:lstStyle>
            <a:lvl1pPr marL="0" indent="0" algn="ctr">
              <a:buNone/>
              <a:defRPr baseline="0">
                <a:solidFill>
                  <a:schemeClr val="tx1"/>
                </a:solidFill>
              </a:defRPr>
            </a:lvl1pPr>
          </a:lstStyle>
          <a:p>
            <a:r>
              <a:rPr lang="de-DE" noProof="0"/>
              <a:t>Bild durch Klicken auf Symbol hinzufügen</a:t>
            </a:r>
            <a:endParaRPr lang="en-US" noProof="0"/>
          </a:p>
        </p:txBody>
      </p:sp>
      <p:sp>
        <p:nvSpPr>
          <p:cNvPr id="2" name="Titel 1"/>
          <p:cNvSpPr>
            <a:spLocks noGrp="1"/>
          </p:cNvSpPr>
          <p:nvPr>
            <p:ph type="ctrTitle" hasCustomPrompt="1"/>
          </p:nvPr>
        </p:nvSpPr>
        <p:spPr>
          <a:xfrm>
            <a:off x="-12065" y="914138"/>
            <a:ext cx="12204066" cy="681519"/>
          </a:xfrm>
          <a:prstGeom prst="rect">
            <a:avLst/>
          </a:prstGeom>
        </p:spPr>
        <p:txBody>
          <a:bodyPr wrap="square" lIns="471600" tIns="72000" rIns="471600" bIns="36000" anchor="b">
            <a:spAutoFit/>
          </a:bodyPr>
          <a:lstStyle>
            <a:lvl1pPr algn="l">
              <a:lnSpc>
                <a:spcPct val="93000"/>
              </a:lnSpc>
              <a:spcAft>
                <a:spcPts val="600"/>
              </a:spcAft>
              <a:defRPr sz="4000">
                <a:solidFill>
                  <a:schemeClr val="tx1"/>
                </a:solidFill>
              </a:defRPr>
            </a:lvl1pPr>
          </a:lstStyle>
          <a:p>
            <a:r>
              <a:rPr lang="en-US" noProof="0"/>
              <a:t>Single or Double lined Headline.</a:t>
            </a:r>
          </a:p>
        </p:txBody>
      </p:sp>
      <p:sp>
        <p:nvSpPr>
          <p:cNvPr id="3" name="Untertitel 2"/>
          <p:cNvSpPr>
            <a:spLocks noGrp="1"/>
          </p:cNvSpPr>
          <p:nvPr>
            <p:ph type="subTitle" idx="1" hasCustomPrompt="1"/>
          </p:nvPr>
        </p:nvSpPr>
        <p:spPr>
          <a:xfrm>
            <a:off x="-12065" y="1716665"/>
            <a:ext cx="12204065" cy="386055"/>
          </a:xfrm>
          <a:prstGeom prst="rect">
            <a:avLst/>
          </a:prstGeom>
        </p:spPr>
        <p:txBody>
          <a:bodyPr lIns="471600" tIns="72000" rIns="471600" bIns="36000"/>
          <a:lstStyle>
            <a:lvl1pPr marL="0" marR="0" indent="0" algn="l" defTabSz="914400" rtl="0" eaLnBrk="1" fontAlgn="auto" latinLnBrk="0" hangingPunct="1">
              <a:lnSpc>
                <a:spcPct val="93000"/>
              </a:lnSpc>
              <a:spcBef>
                <a:spcPts val="0"/>
              </a:spcBef>
              <a:spcAft>
                <a:spcPts val="600"/>
              </a:spcAft>
              <a:buClr>
                <a:srgbClr val="7F7F7F"/>
              </a:buClr>
              <a:buSzTx/>
              <a:buFont typeface="Wingdings" panose="05000000000000000000" pitchFamily="2" charset="2"/>
              <a:buNone/>
              <a:tabLst/>
              <a:defRPr sz="2000" b="1"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noProof="0"/>
              <a:t>Single or Double lined </a:t>
            </a:r>
            <a:r>
              <a:rPr lang="en-US" noProof="0" err="1"/>
              <a:t>Subheadline</a:t>
            </a:r>
            <a:r>
              <a:rPr lang="en-US" noProof="0"/>
              <a:t>.</a:t>
            </a:r>
          </a:p>
        </p:txBody>
      </p:sp>
      <p:pic>
        <p:nvPicPr>
          <p:cNvPr id="9" name="Grafik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24893" y="6137292"/>
            <a:ext cx="1159625" cy="361604"/>
          </a:xfrm>
          <a:prstGeom prst="rect">
            <a:avLst/>
          </a:prstGeom>
        </p:spPr>
      </p:pic>
      <p:pic>
        <p:nvPicPr>
          <p:cNvPr id="10" name="Bild 7" descr="WortmarkeBMWGROUP Kopie.jpg"/>
          <p:cNvPicPr>
            <a:picLocks noChangeAspect="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484864" y="6138897"/>
            <a:ext cx="757729" cy="359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platzhalter 13"/>
          <p:cNvSpPr>
            <a:spLocks noGrp="1"/>
          </p:cNvSpPr>
          <p:nvPr>
            <p:ph type="body" sz="quarter" idx="20" hasCustomPrompt="1"/>
          </p:nvPr>
        </p:nvSpPr>
        <p:spPr>
          <a:xfrm>
            <a:off x="488949" y="5498532"/>
            <a:ext cx="2095570" cy="319415"/>
          </a:xfrm>
          <a:prstGeom prst="rect">
            <a:avLst/>
          </a:prstGeom>
        </p:spPr>
        <p:txBody>
          <a:bodyPr/>
          <a:lstStyle>
            <a:lvl1pPr marL="0" indent="0">
              <a:spcAft>
                <a:spcPts val="0"/>
              </a:spcAft>
              <a:buNone/>
              <a:defRPr sz="1100" b="1"/>
            </a:lvl1pPr>
          </a:lstStyle>
          <a:p>
            <a:pPr lvl="0"/>
            <a:r>
              <a:rPr lang="de-DE"/>
              <a:t>Department | Date</a:t>
            </a:r>
            <a:br>
              <a:rPr lang="de-DE"/>
            </a:br>
            <a:r>
              <a:rPr lang="de-DE"/>
              <a:t>Author</a:t>
            </a:r>
          </a:p>
        </p:txBody>
      </p:sp>
      <p:sp>
        <p:nvSpPr>
          <p:cNvPr id="4" name="MIO_LOGOPLACEHOLDER#16:9" hidden="1"/>
          <p:cNvSpPr>
            <a:spLocks/>
          </p:cNvSpPr>
          <p:nvPr userDrawn="1"/>
        </p:nvSpPr>
        <p:spPr>
          <a:xfrm>
            <a:off x="9999871" y="6137292"/>
            <a:ext cx="1724210" cy="3617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de-DE">
              <a:solidFill>
                <a:srgbClr val="666666"/>
              </a:solidFill>
            </a:endParaRPr>
          </a:p>
        </p:txBody>
      </p:sp>
      <p:pic>
        <p:nvPicPr>
          <p:cNvPr id="11" name="Grafik 10">
            <a:extLst>
              <a:ext uri="{FF2B5EF4-FFF2-40B4-BE49-F238E27FC236}">
                <a16:creationId xmlns:a16="http://schemas.microsoft.com/office/drawing/2014/main" id="{C93AA6CB-44C6-4797-B20C-AA95B94EE002}"/>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666936" y="6136777"/>
            <a:ext cx="1053333" cy="360000"/>
          </a:xfrm>
          <a:prstGeom prst="rect">
            <a:avLst/>
          </a:prstGeom>
        </p:spPr>
      </p:pic>
    </p:spTree>
    <p:extLst>
      <p:ext uri="{BB962C8B-B14F-4D97-AF65-F5344CB8AC3E}">
        <p14:creationId xmlns:p14="http://schemas.microsoft.com/office/powerpoint/2010/main" val="3002701116"/>
      </p:ext>
    </p:extLst>
  </p:cSld>
  <p:clrMapOvr>
    <a:masterClrMapping/>
  </p:clrMapOvr>
  <p:extLst>
    <p:ext uri="{DCECCB84-F9BA-43D5-87BE-67443E8EF086}">
      <p15:sldGuideLst xmlns:p15="http://schemas.microsoft.com/office/powerpoint/2012/main">
        <p15:guide id="1" pos="308">
          <p15:clr>
            <a:srgbClr val="FBAE40"/>
          </p15:clr>
        </p15:guide>
        <p15:guide id="2" pos="7380">
          <p15:clr>
            <a:srgbClr val="FBAE40"/>
          </p15:clr>
        </p15:guide>
        <p15:guide id="3" orient="horz" pos="218">
          <p15:clr>
            <a:srgbClr val="FBAE40"/>
          </p15:clr>
        </p15:guide>
        <p15:guide id="4" orient="horz" pos="1326">
          <p15:clr>
            <a:srgbClr val="FBAE40"/>
          </p15:clr>
        </p15:guide>
        <p15:guide id="5" orient="horz" pos="1080">
          <p15:clr>
            <a:srgbClr val="FBAE40"/>
          </p15:clr>
        </p15:guide>
        <p15:guide id="6" orient="horz" pos="1007">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10" name="Objekt 9" hidden="1">
            <a:extLst>
              <a:ext uri="{FF2B5EF4-FFF2-40B4-BE49-F238E27FC236}">
                <a16:creationId xmlns:a16="http://schemas.microsoft.com/office/drawing/2014/main" id="{09EE4F16-695E-4248-98E9-D0E744B1D25A}"/>
              </a:ext>
            </a:extLst>
          </p:cNvPr>
          <p:cNvGraphicFramePr>
            <a:graphicFrameLocks noChangeAspect="1"/>
          </p:cNvGraphicFramePr>
          <p:nvPr userDrawn="1">
            <p:custDataLst>
              <p:tags r:id="rId22"/>
            </p:custDataLst>
            <p:extLst>
              <p:ext uri="{D42A27DB-BD31-4B8C-83A1-F6EECF244321}">
                <p14:modId xmlns:p14="http://schemas.microsoft.com/office/powerpoint/2010/main" val="37158572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23" imgW="344" imgH="344" progId="TCLayout.ActiveDocument.1">
                  <p:embed/>
                </p:oleObj>
              </mc:Choice>
              <mc:Fallback>
                <p:oleObj name="think-cell Folie" r:id="rId23" imgW="344" imgH="344" progId="TCLayout.ActiveDocument.1">
                  <p:embed/>
                  <p:pic>
                    <p:nvPicPr>
                      <p:cNvPr id="10" name="Objekt 9" hidden="1">
                        <a:extLst>
                          <a:ext uri="{FF2B5EF4-FFF2-40B4-BE49-F238E27FC236}">
                            <a16:creationId xmlns:a16="http://schemas.microsoft.com/office/drawing/2014/main" id="{09EE4F16-695E-4248-98E9-D0E744B1D25A}"/>
                          </a:ext>
                        </a:extLst>
                      </p:cNvPr>
                      <p:cNvPicPr/>
                      <p:nvPr/>
                    </p:nvPicPr>
                    <p:blipFill>
                      <a:blip r:embed="rId24"/>
                      <a:stretch>
                        <a:fillRect/>
                      </a:stretch>
                    </p:blipFill>
                    <p:spPr>
                      <a:xfrm>
                        <a:off x="1588" y="1588"/>
                        <a:ext cx="1588" cy="1588"/>
                      </a:xfrm>
                      <a:prstGeom prst="rect">
                        <a:avLst/>
                      </a:prstGeom>
                    </p:spPr>
                  </p:pic>
                </p:oleObj>
              </mc:Fallback>
            </mc:AlternateContent>
          </a:graphicData>
        </a:graphic>
      </p:graphicFrame>
      <p:sp>
        <p:nvSpPr>
          <p:cNvPr id="8" name="Textplatzhalter 1"/>
          <p:cNvSpPr>
            <a:spLocks noGrp="1"/>
          </p:cNvSpPr>
          <p:nvPr>
            <p:ph type="body" idx="1"/>
          </p:nvPr>
        </p:nvSpPr>
        <p:spPr>
          <a:xfrm>
            <a:off x="488947" y="1413933"/>
            <a:ext cx="11224684" cy="4894792"/>
          </a:xfrm>
          <a:prstGeom prst="rect">
            <a:avLst/>
          </a:prstGeom>
        </p:spPr>
        <p:txBody>
          <a:bodyPr vert="horz" lIns="0" tIns="0" rIns="0" bIns="0" rtlCol="0">
            <a:noAutofit/>
          </a:bodyPr>
          <a:lstStyle/>
          <a:p>
            <a:pPr lvl="0"/>
            <a:r>
              <a:rPr lang="de-DE" noProof="0"/>
              <a:t>Click </a:t>
            </a:r>
            <a:r>
              <a:rPr lang="de-DE" noProof="0" err="1"/>
              <a:t>to</a:t>
            </a:r>
            <a:r>
              <a:rPr lang="de-DE" noProof="0"/>
              <a:t> </a:t>
            </a:r>
            <a:r>
              <a:rPr lang="de-DE" noProof="0" err="1"/>
              <a:t>edit</a:t>
            </a:r>
            <a:r>
              <a:rPr lang="de-DE" noProof="0"/>
              <a:t> </a:t>
            </a:r>
            <a:r>
              <a:rPr lang="de-DE" noProof="0" err="1"/>
              <a:t>text</a:t>
            </a:r>
            <a:endParaRPr lang="de-DE" noProof="0"/>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p:txBody>
      </p:sp>
      <p:sp>
        <p:nvSpPr>
          <p:cNvPr id="2" name="Titelplatzhalter 1"/>
          <p:cNvSpPr>
            <a:spLocks noGrp="1"/>
          </p:cNvSpPr>
          <p:nvPr>
            <p:ph type="title"/>
          </p:nvPr>
        </p:nvSpPr>
        <p:spPr>
          <a:xfrm>
            <a:off x="488947" y="347184"/>
            <a:ext cx="11224684" cy="400110"/>
          </a:xfrm>
          <a:prstGeom prst="rect">
            <a:avLst/>
          </a:prstGeom>
        </p:spPr>
        <p:txBody>
          <a:bodyPr vert="horz" lIns="0" tIns="0" rIns="0" bIns="0" rtlCol="0" anchor="t" anchorCtr="0">
            <a:spAutoFit/>
          </a:bodyPr>
          <a:lstStyle/>
          <a:p>
            <a:r>
              <a:rPr lang="de-DE" noProof="0"/>
              <a:t>Click </a:t>
            </a:r>
            <a:r>
              <a:rPr lang="de-DE" noProof="0" err="1"/>
              <a:t>to</a:t>
            </a:r>
            <a:r>
              <a:rPr lang="de-DE" noProof="0"/>
              <a:t> </a:t>
            </a:r>
            <a:r>
              <a:rPr lang="de-DE" noProof="0" err="1"/>
              <a:t>edit</a:t>
            </a:r>
            <a:r>
              <a:rPr lang="de-DE" noProof="0"/>
              <a:t> Action Title. 26pt. </a:t>
            </a:r>
            <a:r>
              <a:rPr lang="de-DE" noProof="0" err="1"/>
              <a:t>Uppercase</a:t>
            </a:r>
            <a:r>
              <a:rPr lang="de-DE" noProof="0"/>
              <a:t>. </a:t>
            </a:r>
            <a:r>
              <a:rPr lang="de-DE" noProof="0" err="1"/>
              <a:t>Two</a:t>
            </a:r>
            <a:r>
              <a:rPr lang="de-DE" noProof="0"/>
              <a:t> </a:t>
            </a:r>
            <a:r>
              <a:rPr lang="de-DE" noProof="0" err="1"/>
              <a:t>lines</a:t>
            </a:r>
            <a:r>
              <a:rPr lang="de-DE" noProof="0"/>
              <a:t> max.</a:t>
            </a:r>
          </a:p>
        </p:txBody>
      </p:sp>
      <p:cxnSp>
        <p:nvCxnSpPr>
          <p:cNvPr id="9" name="BMW Group Trennlinie">
            <a:extLst>
              <a:ext uri="{FF2B5EF4-FFF2-40B4-BE49-F238E27FC236}">
                <a16:creationId xmlns:a16="http://schemas.microsoft.com/office/drawing/2014/main" id="{BC1828C9-D469-4FB9-A7A2-6539CE4617FD}"/>
              </a:ext>
            </a:extLst>
          </p:cNvPr>
          <p:cNvCxnSpPr/>
          <p:nvPr userDrawn="1"/>
        </p:nvCxnSpPr>
        <p:spPr>
          <a:xfrm>
            <a:off x="-1" y="6572265"/>
            <a:ext cx="12192001" cy="0"/>
          </a:xfrm>
          <a:prstGeom prst="line">
            <a:avLst/>
          </a:prstGeom>
          <a:ln w="12700">
            <a:solidFill>
              <a:schemeClr val="tx1">
                <a:alpha val="25000"/>
              </a:schemeClr>
            </a:solidFill>
          </a:ln>
          <a:effectLst/>
        </p:spPr>
        <p:style>
          <a:lnRef idx="2">
            <a:schemeClr val="accent1"/>
          </a:lnRef>
          <a:fillRef idx="0">
            <a:schemeClr val="accent1"/>
          </a:fillRef>
          <a:effectRef idx="1">
            <a:schemeClr val="accent1"/>
          </a:effectRef>
          <a:fontRef idx="minor">
            <a:schemeClr val="tx1"/>
          </a:fontRef>
        </p:style>
      </p:cxnSp>
      <p:sp>
        <p:nvSpPr>
          <p:cNvPr id="4" name="TextBox 3">
            <a:extLst>
              <a:ext uri="{FF2B5EF4-FFF2-40B4-BE49-F238E27FC236}">
                <a16:creationId xmlns:a16="http://schemas.microsoft.com/office/drawing/2014/main" id="{BF83B64B-464E-DDE8-CB32-AD22DAA5DE93}"/>
              </a:ext>
            </a:extLst>
          </p:cNvPr>
          <p:cNvSpPr txBox="1"/>
          <p:nvPr userDrawn="1">
            <p:extLst>
              <p:ext uri="{1162E1C5-73C7-4A58-AE30-91384D911F3F}">
                <p184:classification xmlns:p184="http://schemas.microsoft.com/office/powerpoint/2018/4/main" val="ftr"/>
              </p:ext>
            </p:extLst>
          </p:nvPr>
        </p:nvSpPr>
        <p:spPr>
          <a:xfrm>
            <a:off x="5636387" y="6611620"/>
            <a:ext cx="947738" cy="182880"/>
          </a:xfrm>
          <a:prstGeom prst="rect">
            <a:avLst/>
          </a:prstGeom>
        </p:spPr>
        <p:txBody>
          <a:bodyPr horzOverflow="overflow" lIns="0" tIns="0" rIns="0" bIns="0">
            <a:spAutoFit/>
          </a:bodyPr>
          <a:lstStyle/>
          <a:p>
            <a:pPr algn="l"/>
            <a:r>
              <a:rPr lang="en-US" sz="1200">
                <a:solidFill>
                  <a:srgbClr val="C00000"/>
                </a:solidFill>
                <a:latin typeface="BMW Group Condensed" panose="020B0606020202020204" pitchFamily="34" charset="0"/>
              </a:rPr>
              <a:t>CONFIDENTIAL</a:t>
            </a:r>
          </a:p>
        </p:txBody>
      </p:sp>
      <p:sp>
        <p:nvSpPr>
          <p:cNvPr id="5" name="FußzeileAU1">
            <a:extLst>
              <a:ext uri="{FF2B5EF4-FFF2-40B4-BE49-F238E27FC236}">
                <a16:creationId xmlns:a16="http://schemas.microsoft.com/office/drawing/2014/main" id="{01FF1860-B4DB-FC82-3A42-B82C6789199E}"/>
              </a:ext>
            </a:extLst>
          </p:cNvPr>
          <p:cNvSpPr/>
          <p:nvPr userDrawn="1"/>
        </p:nvSpPr>
        <p:spPr>
          <a:xfrm>
            <a:off x="488947" y="6646943"/>
            <a:ext cx="1841851" cy="153888"/>
          </a:xfrm>
          <a:prstGeom prst="rect">
            <a:avLst/>
          </a:prstGeom>
          <a:noFill/>
          <a:ln w="19050">
            <a:noFill/>
            <a:miter lim="800000"/>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spAutoFit/>
          </a:bodyPr>
          <a:lstStyle/>
          <a:p>
            <a:pPr algn="l"/>
            <a:r>
              <a:rPr lang="en-US" sz="1000">
                <a:solidFill>
                  <a:schemeClr val="tx1">
                    <a:tint val="90000"/>
                  </a:schemeClr>
                </a:solidFill>
              </a:rPr>
              <a:t>TV-435 | Sept 2025 | Sulaiman Ali M</a:t>
            </a:r>
          </a:p>
        </p:txBody>
      </p:sp>
      <p:sp>
        <p:nvSpPr>
          <p:cNvPr id="6" name="SeitenzahlAU1">
            <a:extLst>
              <a:ext uri="{FF2B5EF4-FFF2-40B4-BE49-F238E27FC236}">
                <a16:creationId xmlns:a16="http://schemas.microsoft.com/office/drawing/2014/main" id="{8D665A3D-FA26-7E89-B282-33D3FEE26873}"/>
              </a:ext>
            </a:extLst>
          </p:cNvPr>
          <p:cNvSpPr/>
          <p:nvPr userDrawn="1"/>
        </p:nvSpPr>
        <p:spPr>
          <a:xfrm>
            <a:off x="11420281" y="6646943"/>
            <a:ext cx="293350" cy="153888"/>
          </a:xfrm>
          <a:prstGeom prst="rect">
            <a:avLst/>
          </a:prstGeom>
          <a:noFill/>
          <a:ln w="19050">
            <a:noFill/>
            <a:miter lim="800000"/>
          </a:ln>
          <a:extLst>
            <a:ext uri="{909E8E84-426E-40DD-AFC4-6F175D3DCCD1}">
              <a14:hiddenFill xmlns:a14="http://schemas.microsoft.com/office/drawing/2010/main">
                <a:solidFill>
                  <a:schemeClr val="accent5"/>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spAutoFit/>
          </a:bodyPr>
          <a:lstStyle/>
          <a:p>
            <a:pPr algn="r"/>
            <a:r>
              <a:rPr lang="en-US" sz="1000">
                <a:solidFill>
                  <a:schemeClr val="tx1">
                    <a:tint val="90000"/>
                  </a:schemeClr>
                </a:solidFill>
              </a:rPr>
              <a:t>- </a:t>
            </a:r>
            <a:fld id="{06D0A331-F418-4527-A8B2-F963C6635F0B}" type="slidenum">
              <a:rPr lang="en-US" sz="1000" smtClean="0">
                <a:solidFill>
                  <a:schemeClr val="tx1">
                    <a:tint val="90000"/>
                  </a:schemeClr>
                </a:solidFill>
              </a:rPr>
              <a:pPr algn="r"/>
              <a:t>‹#›</a:t>
            </a:fld>
            <a:r>
              <a:rPr lang="en-US" sz="1000">
                <a:solidFill>
                  <a:schemeClr val="tx1">
                    <a:tint val="90000"/>
                  </a:schemeClr>
                </a:solidFill>
              </a:rPr>
              <a:t> -</a:t>
            </a:r>
          </a:p>
        </p:txBody>
      </p:sp>
    </p:spTree>
    <p:extLst>
      <p:ext uri="{BB962C8B-B14F-4D97-AF65-F5344CB8AC3E}">
        <p14:creationId xmlns:p14="http://schemas.microsoft.com/office/powerpoint/2010/main" val="1288936597"/>
      </p:ext>
    </p:extLst>
  </p:cSld>
  <p:clrMap bg1="lt1" tx1="dk1" bg2="lt2" tx2="dk2" accent1="accent1" accent2="accent2" accent3="accent3" accent4="accent4" accent5="accent5" accent6="accent6" hlink="hlink" folHlink="folHlink"/>
  <p:sldLayoutIdLst>
    <p:sldLayoutId id="2147483696"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3" r:id="rId14"/>
    <p:sldLayoutId id="2147483714" r:id="rId15"/>
    <p:sldLayoutId id="2147483715" r:id="rId16"/>
    <p:sldLayoutId id="2147483716" r:id="rId17"/>
    <p:sldLayoutId id="2147483717" r:id="rId18"/>
    <p:sldLayoutId id="2147483718" r:id="rId19"/>
    <p:sldLayoutId id="2147483719" r:id="rId20"/>
  </p:sldLayoutIdLst>
  <p:hf hdr="0" dt="0"/>
  <p:txStyles>
    <p:titleStyle>
      <a:lvl1pPr algn="l" defTabSz="914400" rtl="0" eaLnBrk="1" latinLnBrk="0" hangingPunct="1">
        <a:lnSpc>
          <a:spcPct val="100000"/>
        </a:lnSpc>
        <a:spcBef>
          <a:spcPts val="0"/>
        </a:spcBef>
        <a:spcAft>
          <a:spcPts val="0"/>
        </a:spcAft>
        <a:buNone/>
        <a:defRPr sz="2600" b="0" kern="1200" cap="all" baseline="0">
          <a:solidFill>
            <a:schemeClr val="tx2"/>
          </a:solidFill>
          <a:latin typeface="+mj-lt"/>
          <a:ea typeface="+mj-ea"/>
          <a:cs typeface="+mj-cs"/>
        </a:defRPr>
      </a:lvl1pPr>
    </p:titleStyle>
    <p:bodyStyle>
      <a:lvl1pPr marL="190800" indent="-190800" algn="l" defTabSz="914400" rtl="0" eaLnBrk="1" latinLnBrk="0" hangingPunct="1">
        <a:lnSpc>
          <a:spcPct val="100000"/>
        </a:lnSpc>
        <a:spcBef>
          <a:spcPts val="0"/>
        </a:spcBef>
        <a:spcAft>
          <a:spcPts val="600"/>
        </a:spcAft>
        <a:buClr>
          <a:schemeClr val="tx2"/>
        </a:buClr>
        <a:buFont typeface="Wingdings" panose="05000000000000000000" pitchFamily="2" charset="2"/>
        <a:buChar char="§"/>
        <a:defRPr sz="1800" kern="1200">
          <a:solidFill>
            <a:schemeClr val="tx1"/>
          </a:solidFill>
          <a:latin typeface="+mn-lt"/>
          <a:ea typeface="+mn-ea"/>
          <a:cs typeface="+mn-cs"/>
        </a:defRPr>
      </a:lvl1pPr>
      <a:lvl2pPr marL="381600" indent="-190800" algn="l" defTabSz="914400" rtl="0" eaLnBrk="1" latinLnBrk="0" hangingPunct="1">
        <a:lnSpc>
          <a:spcPct val="100000"/>
        </a:lnSpc>
        <a:spcBef>
          <a:spcPts val="0"/>
        </a:spcBef>
        <a:spcAft>
          <a:spcPts val="600"/>
        </a:spcAft>
        <a:buClr>
          <a:schemeClr val="tx2"/>
        </a:buClr>
        <a:buFont typeface="BMW Group Condensed" panose="020B0606020202020204" pitchFamily="34" charset="0"/>
        <a:buChar char="-"/>
        <a:defRPr lang="de-DE" sz="1800" kern="1200" dirty="0" smtClean="0">
          <a:solidFill>
            <a:schemeClr val="tx1"/>
          </a:solidFill>
          <a:latin typeface="+mn-lt"/>
          <a:ea typeface="+mn-ea"/>
          <a:cs typeface="+mn-cs"/>
        </a:defRPr>
      </a:lvl2pPr>
      <a:lvl3pPr marL="572400" indent="-190800" algn="l" defTabSz="914400" rtl="0" eaLnBrk="1" latinLnBrk="0" hangingPunct="1">
        <a:lnSpc>
          <a:spcPct val="100000"/>
        </a:lnSpc>
        <a:spcBef>
          <a:spcPts val="0"/>
        </a:spcBef>
        <a:spcAft>
          <a:spcPts val="600"/>
        </a:spcAft>
        <a:buClr>
          <a:schemeClr val="tx2"/>
        </a:buClr>
        <a:buFont typeface="BMW Group Condensed" panose="020B0606020202020204" pitchFamily="34" charset="0"/>
        <a:buChar char="-"/>
        <a:defRPr lang="de-DE" sz="1800" kern="1200" dirty="0" smtClean="0">
          <a:solidFill>
            <a:schemeClr val="tx1"/>
          </a:solidFill>
          <a:latin typeface="+mn-lt"/>
          <a:ea typeface="+mn-ea"/>
          <a:cs typeface="+mn-cs"/>
        </a:defRPr>
      </a:lvl3pPr>
      <a:lvl4pPr marL="763200" indent="-190800" algn="l" defTabSz="914400" rtl="0" eaLnBrk="1" latinLnBrk="0" hangingPunct="1">
        <a:lnSpc>
          <a:spcPct val="100000"/>
        </a:lnSpc>
        <a:spcBef>
          <a:spcPts val="0"/>
        </a:spcBef>
        <a:spcAft>
          <a:spcPts val="600"/>
        </a:spcAft>
        <a:buClr>
          <a:schemeClr val="tx2"/>
        </a:buClr>
        <a:buFont typeface="BMW Group Condensed" panose="020B0606020202020204" pitchFamily="34" charset="0"/>
        <a:buChar char="-"/>
        <a:defRPr lang="de-DE" sz="1800" kern="1200" dirty="0" smtClean="0">
          <a:solidFill>
            <a:schemeClr val="tx1"/>
          </a:solidFill>
          <a:latin typeface="+mn-lt"/>
          <a:ea typeface="+mn-ea"/>
          <a:cs typeface="+mn-cs"/>
        </a:defRPr>
      </a:lvl4pPr>
      <a:lvl5pPr marL="954000" indent="-190800" algn="l" defTabSz="914400" rtl="0" eaLnBrk="1" latinLnBrk="0" hangingPunct="1">
        <a:lnSpc>
          <a:spcPct val="100000"/>
        </a:lnSpc>
        <a:spcBef>
          <a:spcPts val="0"/>
        </a:spcBef>
        <a:spcAft>
          <a:spcPts val="600"/>
        </a:spcAft>
        <a:buClr>
          <a:schemeClr val="tx2"/>
        </a:buClr>
        <a:buFont typeface="BMW Group Condensed" panose="020B0606020202020204" pitchFamily="34" charset="0"/>
        <a:buChar char="-"/>
        <a:defRPr lang="de-DE" sz="1800" kern="1200" dirty="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6" pos="302">
          <p15:clr>
            <a:srgbClr val="F26B43"/>
          </p15:clr>
        </p15:guide>
        <p15:guide id="7" orient="horz" pos="217">
          <p15:clr>
            <a:srgbClr val="F26B43"/>
          </p15:clr>
        </p15:guide>
        <p15:guide id="8" pos="7378">
          <p15:clr>
            <a:srgbClr val="F26B43"/>
          </p15:clr>
        </p15:guide>
        <p15:guide id="9" orient="horz" pos="890">
          <p15:clr>
            <a:srgbClr val="F26B43"/>
          </p15:clr>
        </p15:guide>
        <p15:guide id="10" orient="horz" pos="3974">
          <p15:clr>
            <a:srgbClr val="F26B43"/>
          </p15:clr>
        </p15:guide>
        <p15:guide id="11" orient="horz" pos="41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p:cNvSpPr>
            <a:spLocks noGrp="1"/>
          </p:cNvSpPr>
          <p:nvPr>
            <p:ph type="pic" sz="quarter" idx="19"/>
          </p:nvPr>
        </p:nvSpPr>
        <p:spPr/>
        <p:txBody>
          <a:bodyPr/>
          <a:lstStyle/>
          <a:p>
            <a:endParaRPr lang="en-US" dirty="0"/>
          </a:p>
        </p:txBody>
      </p:sp>
      <p:sp>
        <p:nvSpPr>
          <p:cNvPr id="6" name="Title 5"/>
          <p:cNvSpPr>
            <a:spLocks noGrp="1"/>
          </p:cNvSpPr>
          <p:nvPr>
            <p:ph type="ctrTitle"/>
          </p:nvPr>
        </p:nvSpPr>
        <p:spPr>
          <a:xfrm>
            <a:off x="0" y="506653"/>
            <a:ext cx="12274995" cy="1955714"/>
          </a:xfrm>
        </p:spPr>
        <p:txBody>
          <a:bodyPr/>
          <a:lstStyle/>
          <a:p>
            <a:pPr>
              <a:lnSpc>
                <a:spcPct val="100000"/>
              </a:lnSpc>
            </a:pPr>
            <a:r>
              <a:rPr lang="en-US" sz="3200" dirty="0"/>
              <a:t>Total</a:t>
            </a:r>
            <a:r>
              <a:rPr lang="en-US" sz="3600" dirty="0"/>
              <a:t> vehicle quality management tv-435</a:t>
            </a:r>
            <a:br>
              <a:rPr lang="en-US" sz="3600" dirty="0"/>
            </a:br>
            <a:r>
              <a:rPr lang="en-US" sz="2800" dirty="0"/>
              <a:t>Training on </a:t>
            </a:r>
            <a:r>
              <a:rPr lang="en-US" sz="2800" dirty="0" err="1"/>
              <a:t>fmea</a:t>
            </a:r>
            <a:r>
              <a:rPr lang="en-US" sz="2800" dirty="0"/>
              <a:t>(failure mode &amp; effect analysis) method</a:t>
            </a:r>
            <a:br>
              <a:rPr lang="en-GB" sz="2800" dirty="0"/>
            </a:br>
            <a:br>
              <a:rPr lang="de-DE" sz="2800" dirty="0"/>
            </a:br>
            <a:endParaRPr lang="en-US" sz="2800" dirty="0"/>
          </a:p>
        </p:txBody>
      </p:sp>
      <p:sp>
        <p:nvSpPr>
          <p:cNvPr id="9" name="Text Placeholder 8"/>
          <p:cNvSpPr>
            <a:spLocks noGrp="1"/>
          </p:cNvSpPr>
          <p:nvPr>
            <p:ph type="body" sz="quarter" idx="20"/>
          </p:nvPr>
        </p:nvSpPr>
        <p:spPr/>
        <p:txBody>
          <a:bodyPr/>
          <a:lstStyle/>
          <a:p>
            <a:r>
              <a:rPr lang="de-DE" dirty="0"/>
              <a:t>TV-435 / </a:t>
            </a:r>
            <a:r>
              <a:rPr lang="en-US" dirty="0"/>
              <a:t>DEC 2025</a:t>
            </a:r>
            <a:endParaRPr lang="en-GB" dirty="0"/>
          </a:p>
          <a:p>
            <a:endParaRPr lang="en-US" dirty="0"/>
          </a:p>
        </p:txBody>
      </p:sp>
    </p:spTree>
    <p:extLst>
      <p:ext uri="{BB962C8B-B14F-4D97-AF65-F5344CB8AC3E}">
        <p14:creationId xmlns:p14="http://schemas.microsoft.com/office/powerpoint/2010/main" val="1785298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BBF7560-BD58-E11E-7C9F-84BAE5936803}"/>
              </a:ext>
            </a:extLst>
          </p:cNvPr>
          <p:cNvSpPr>
            <a:spLocks noGrp="1"/>
          </p:cNvSpPr>
          <p:nvPr>
            <p:ph type="body" sz="quarter" idx="11"/>
          </p:nvPr>
        </p:nvSpPr>
        <p:spPr/>
        <p:txBody>
          <a:bodyPr/>
          <a:lstStyle/>
          <a:p>
            <a:r>
              <a:rPr lang="en-US" dirty="0"/>
              <a:t>FMEA </a:t>
            </a:r>
          </a:p>
        </p:txBody>
      </p:sp>
      <p:sp>
        <p:nvSpPr>
          <p:cNvPr id="5" name="Title 4">
            <a:extLst>
              <a:ext uri="{FF2B5EF4-FFF2-40B4-BE49-F238E27FC236}">
                <a16:creationId xmlns:a16="http://schemas.microsoft.com/office/drawing/2014/main" id="{66C7775D-6FEF-8DF5-A1A5-CB8CE75256E5}"/>
              </a:ext>
            </a:extLst>
          </p:cNvPr>
          <p:cNvSpPr>
            <a:spLocks noGrp="1"/>
          </p:cNvSpPr>
          <p:nvPr>
            <p:ph type="ctrTitle"/>
          </p:nvPr>
        </p:nvSpPr>
        <p:spPr>
          <a:xfrm>
            <a:off x="479808" y="2565951"/>
            <a:ext cx="6374130" cy="615553"/>
          </a:xfrm>
        </p:spPr>
        <p:txBody>
          <a:bodyPr/>
          <a:lstStyle/>
          <a:p>
            <a:r>
              <a:rPr lang="en-US" dirty="0"/>
              <a:t>AN INTRODUCTION</a:t>
            </a:r>
          </a:p>
        </p:txBody>
      </p:sp>
      <p:pic>
        <p:nvPicPr>
          <p:cNvPr id="12" name="Picture 11">
            <a:extLst>
              <a:ext uri="{FF2B5EF4-FFF2-40B4-BE49-F238E27FC236}">
                <a16:creationId xmlns:a16="http://schemas.microsoft.com/office/drawing/2014/main" id="{2F15B927-2A86-2BC8-9A62-2C8540B1CFC3}"/>
              </a:ext>
            </a:extLst>
          </p:cNvPr>
          <p:cNvPicPr>
            <a:picLocks noChangeAspect="1"/>
          </p:cNvPicPr>
          <p:nvPr/>
        </p:nvPicPr>
        <p:blipFill>
          <a:blip r:embed="rId3"/>
          <a:stretch>
            <a:fillRect/>
          </a:stretch>
        </p:blipFill>
        <p:spPr>
          <a:xfrm>
            <a:off x="4617928" y="861518"/>
            <a:ext cx="7574072" cy="5134964"/>
          </a:xfrm>
          <a:prstGeom prst="rect">
            <a:avLst/>
          </a:prstGeom>
        </p:spPr>
      </p:pic>
    </p:spTree>
    <p:extLst>
      <p:ext uri="{BB962C8B-B14F-4D97-AF65-F5344CB8AC3E}">
        <p14:creationId xmlns:p14="http://schemas.microsoft.com/office/powerpoint/2010/main" val="2963252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2D83C87-C152-14F9-30D2-5FEAE93167F0}"/>
              </a:ext>
            </a:extLst>
          </p:cNvPr>
          <p:cNvSpPr>
            <a:spLocks noGrp="1"/>
          </p:cNvSpPr>
          <p:nvPr>
            <p:ph sz="quarter" idx="10"/>
          </p:nvPr>
        </p:nvSpPr>
        <p:spPr/>
        <p:txBody>
          <a:bodyPr/>
          <a:lstStyle/>
          <a:p>
            <a:pPr algn="just">
              <a:lnSpc>
                <a:spcPct val="150000"/>
              </a:lnSpc>
              <a:buFont typeface="Arial" panose="020B0604020202020204" pitchFamily="34" charset="0"/>
              <a:buChar char="•"/>
            </a:pPr>
            <a:r>
              <a:rPr lang="en-US" b="1" dirty="0"/>
              <a:t>VDA FMEA </a:t>
            </a:r>
            <a:r>
              <a:rPr lang="en-US" dirty="0"/>
              <a:t>is the original German methodology for Failure Mode and Effects Analysis, developed by the </a:t>
            </a:r>
            <a:r>
              <a:rPr lang="en-US" b="1" i="1" dirty="0" err="1"/>
              <a:t>Verband</a:t>
            </a:r>
            <a:r>
              <a:rPr lang="en-US" b="1" i="1" dirty="0"/>
              <a:t> der </a:t>
            </a:r>
            <a:r>
              <a:rPr lang="en-US" b="1" i="1" dirty="0" err="1"/>
              <a:t>Automobilindustrie</a:t>
            </a:r>
            <a:r>
              <a:rPr lang="en-US" b="1" dirty="0"/>
              <a:t> (VDA</a:t>
            </a:r>
            <a:r>
              <a:rPr lang="en-US" dirty="0"/>
              <a:t>) to standardize risk assessment in the automotive industry.</a:t>
            </a:r>
          </a:p>
          <a:p>
            <a:pPr algn="just">
              <a:lnSpc>
                <a:spcPct val="150000"/>
              </a:lnSpc>
              <a:buFont typeface="Arial" panose="020B0604020202020204" pitchFamily="34" charset="0"/>
              <a:buChar char="•"/>
            </a:pPr>
            <a:r>
              <a:rPr lang="en-US" dirty="0"/>
              <a:t>It focuses on a structured, detailed approach to analyzing failures in design and process before the later harmonization with AIAG.</a:t>
            </a:r>
          </a:p>
          <a:p>
            <a:pPr algn="just">
              <a:lnSpc>
                <a:spcPct val="150000"/>
              </a:lnSpc>
              <a:buFont typeface="Arial" panose="020B0604020202020204" pitchFamily="34" charset="0"/>
              <a:buChar char="•"/>
            </a:pPr>
            <a:r>
              <a:rPr lang="en-US" dirty="0"/>
              <a:t>Standardized approach for </a:t>
            </a:r>
            <a:r>
              <a:rPr lang="en-US" b="1" dirty="0"/>
              <a:t>risk analysis in automotive supply chains</a:t>
            </a:r>
            <a:endParaRPr lang="en-US" dirty="0"/>
          </a:p>
          <a:p>
            <a:pPr algn="just">
              <a:lnSpc>
                <a:spcPct val="150000"/>
              </a:lnSpc>
              <a:buFont typeface="Arial" panose="020B0604020202020204" pitchFamily="34" charset="0"/>
              <a:buChar char="•"/>
            </a:pPr>
            <a:r>
              <a:rPr lang="en-US" dirty="0"/>
              <a:t>Focuses on </a:t>
            </a:r>
            <a:r>
              <a:rPr lang="en-US" b="1" dirty="0"/>
              <a:t>structured worksheets</a:t>
            </a:r>
            <a:r>
              <a:rPr lang="en-US" dirty="0"/>
              <a:t> and </a:t>
            </a:r>
            <a:r>
              <a:rPr lang="en-US" b="1" dirty="0"/>
              <a:t>RPN (Risk Priority Number)</a:t>
            </a:r>
            <a:endParaRPr lang="en-US" dirty="0"/>
          </a:p>
          <a:p>
            <a:pPr marL="0" indent="0" algn="just">
              <a:buNone/>
            </a:pPr>
            <a:endParaRPr lang="en-US" dirty="0"/>
          </a:p>
        </p:txBody>
      </p:sp>
      <p:sp>
        <p:nvSpPr>
          <p:cNvPr id="3" name="Title 2">
            <a:extLst>
              <a:ext uri="{FF2B5EF4-FFF2-40B4-BE49-F238E27FC236}">
                <a16:creationId xmlns:a16="http://schemas.microsoft.com/office/drawing/2014/main" id="{F0438133-E3F3-A4CB-D83B-1EFC90654729}"/>
              </a:ext>
            </a:extLst>
          </p:cNvPr>
          <p:cNvSpPr>
            <a:spLocks noGrp="1"/>
          </p:cNvSpPr>
          <p:nvPr>
            <p:ph type="title"/>
          </p:nvPr>
        </p:nvSpPr>
        <p:spPr/>
        <p:txBody>
          <a:bodyPr/>
          <a:lstStyle/>
          <a:p>
            <a:r>
              <a:rPr lang="en-US" b="1" dirty="0"/>
              <a:t>Introduction to </a:t>
            </a:r>
            <a:r>
              <a:rPr lang="en-US" b="1" dirty="0" err="1"/>
              <a:t>vda</a:t>
            </a:r>
            <a:r>
              <a:rPr lang="en-US" b="1" dirty="0"/>
              <a:t> </a:t>
            </a:r>
            <a:r>
              <a:rPr lang="en-US" b="1" dirty="0" err="1"/>
              <a:t>fmea</a:t>
            </a:r>
            <a:endParaRPr lang="en-US" b="1" dirty="0"/>
          </a:p>
        </p:txBody>
      </p:sp>
      <p:pic>
        <p:nvPicPr>
          <p:cNvPr id="10" name="Picture 9">
            <a:extLst>
              <a:ext uri="{FF2B5EF4-FFF2-40B4-BE49-F238E27FC236}">
                <a16:creationId xmlns:a16="http://schemas.microsoft.com/office/drawing/2014/main" id="{3F9DD257-0D93-4039-ED00-C7D1954D9DF1}"/>
              </a:ext>
            </a:extLst>
          </p:cNvPr>
          <p:cNvPicPr>
            <a:picLocks noChangeAspect="1"/>
          </p:cNvPicPr>
          <p:nvPr/>
        </p:nvPicPr>
        <p:blipFill>
          <a:blip r:embed="rId2"/>
          <a:stretch>
            <a:fillRect/>
          </a:stretch>
        </p:blipFill>
        <p:spPr>
          <a:xfrm>
            <a:off x="6452025" y="1011595"/>
            <a:ext cx="5261606" cy="5023644"/>
          </a:xfrm>
          <a:prstGeom prst="rect">
            <a:avLst/>
          </a:prstGeom>
        </p:spPr>
      </p:pic>
      <p:sp>
        <p:nvSpPr>
          <p:cNvPr id="11" name="Oval 10">
            <a:extLst>
              <a:ext uri="{FF2B5EF4-FFF2-40B4-BE49-F238E27FC236}">
                <a16:creationId xmlns:a16="http://schemas.microsoft.com/office/drawing/2014/main" id="{025FD576-F1F4-A728-D2AE-EEC9BAF24B72}"/>
              </a:ext>
            </a:extLst>
          </p:cNvPr>
          <p:cNvSpPr/>
          <p:nvPr/>
        </p:nvSpPr>
        <p:spPr>
          <a:xfrm>
            <a:off x="7938304" y="2401753"/>
            <a:ext cx="2212848" cy="2167128"/>
          </a:xfrm>
          <a:prstGeom prst="ellipse">
            <a:avLst/>
          </a:prstGeom>
          <a:solidFill>
            <a:srgbClr val="C0000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dirty="0">
              <a:solidFill>
                <a:schemeClr val="tx1"/>
              </a:solidFill>
            </a:endParaRPr>
          </a:p>
        </p:txBody>
      </p:sp>
      <p:sp>
        <p:nvSpPr>
          <p:cNvPr id="12" name="TextBox 11">
            <a:extLst>
              <a:ext uri="{FF2B5EF4-FFF2-40B4-BE49-F238E27FC236}">
                <a16:creationId xmlns:a16="http://schemas.microsoft.com/office/drawing/2014/main" id="{6BFDEF6F-864E-0297-9875-81BBF938E920}"/>
              </a:ext>
            </a:extLst>
          </p:cNvPr>
          <p:cNvSpPr txBox="1"/>
          <p:nvPr/>
        </p:nvSpPr>
        <p:spPr>
          <a:xfrm>
            <a:off x="8265202" y="3248025"/>
            <a:ext cx="1885950" cy="938719"/>
          </a:xfrm>
          <a:prstGeom prst="rect">
            <a:avLst/>
          </a:prstGeom>
        </p:spPr>
        <p:txBody>
          <a:bodyPr vert="horz" wrap="square" lIns="0" tIns="0" rIns="0" bIns="0" rtlCol="0">
            <a:spAutoFit/>
          </a:bodyPr>
          <a:lstStyle/>
          <a:p>
            <a:pPr marL="0" indent="0" algn="l" defTabSz="914400" rtl="0" eaLnBrk="1" latinLnBrk="0" hangingPunct="1">
              <a:lnSpc>
                <a:spcPct val="100000"/>
              </a:lnSpc>
              <a:spcBef>
                <a:spcPts val="0"/>
              </a:spcBef>
              <a:spcAft>
                <a:spcPts val="600"/>
              </a:spcAft>
              <a:buClr>
                <a:schemeClr val="tx2"/>
              </a:buClr>
              <a:buFontTx/>
              <a:buNone/>
            </a:pPr>
            <a:r>
              <a:rPr lang="en-US" sz="2800" kern="1200" dirty="0">
                <a:solidFill>
                  <a:schemeClr val="tx1"/>
                </a:solidFill>
                <a:latin typeface="+mn-lt"/>
                <a:ea typeface="+mn-ea"/>
                <a:cs typeface="+mn-cs"/>
              </a:rPr>
              <a:t>VDA FMEA</a:t>
            </a:r>
          </a:p>
          <a:p>
            <a:pPr marL="0" indent="0" algn="l" defTabSz="914400" rtl="0" eaLnBrk="1" latinLnBrk="0" hangingPunct="1">
              <a:lnSpc>
                <a:spcPct val="100000"/>
              </a:lnSpc>
              <a:spcBef>
                <a:spcPts val="0"/>
              </a:spcBef>
              <a:spcAft>
                <a:spcPts val="600"/>
              </a:spcAft>
              <a:buClr>
                <a:schemeClr val="tx2"/>
              </a:buClr>
              <a:buFontTx/>
              <a:buNone/>
            </a:pPr>
            <a:endParaRPr lang="en-US" sz="2800" kern="1200" dirty="0" err="1">
              <a:solidFill>
                <a:schemeClr val="tx1"/>
              </a:solidFill>
              <a:latin typeface="+mn-lt"/>
              <a:ea typeface="+mn-ea"/>
              <a:cs typeface="+mn-cs"/>
            </a:endParaRPr>
          </a:p>
        </p:txBody>
      </p:sp>
    </p:spTree>
    <p:extLst>
      <p:ext uri="{BB962C8B-B14F-4D97-AF65-F5344CB8AC3E}">
        <p14:creationId xmlns:p14="http://schemas.microsoft.com/office/powerpoint/2010/main" val="30111628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457765BC-9584-22CA-86BB-2B2703DB466E}"/>
              </a:ext>
            </a:extLst>
          </p:cNvPr>
          <p:cNvSpPr txBox="1"/>
          <p:nvPr/>
        </p:nvSpPr>
        <p:spPr>
          <a:xfrm>
            <a:off x="483327" y="1412875"/>
            <a:ext cx="3831735" cy="2323713"/>
          </a:xfrm>
          <a:prstGeom prst="rect">
            <a:avLst/>
          </a:prstGeom>
        </p:spPr>
        <p:txBody>
          <a:bodyPr vert="horz" wrap="square" lIns="0" tIns="0" rIns="0" bIns="0" rtlCol="0">
            <a:spAutoFit/>
          </a:bodyPr>
          <a:lstStyle/>
          <a:p>
            <a:pPr marL="285750" indent="-285750">
              <a:buClr>
                <a:srgbClr val="035970"/>
              </a:buClr>
              <a:buFont typeface="Arial" panose="020B0604020202020204" pitchFamily="34" charset="0"/>
              <a:buChar char="•"/>
            </a:pPr>
            <a:r>
              <a:rPr lang="en-IN" sz="1600" dirty="0">
                <a:effectLst/>
                <a:ea typeface="Calibri" panose="020F0502020204030204" pitchFamily="34" charset="0"/>
                <a:cs typeface="Times New Roman" panose="02020603050405020304" pitchFamily="18" charset="0"/>
              </a:rPr>
              <a:t>FMEA proactively identifies potential failure points, their effects, and criticality through Risk Priority Numbers (RPN). </a:t>
            </a:r>
            <a:br>
              <a:rPr lang="en-IN" sz="1600" dirty="0">
                <a:effectLst/>
                <a:ea typeface="Calibri" panose="020F0502020204030204" pitchFamily="34" charset="0"/>
                <a:cs typeface="Times New Roman" panose="02020603050405020304" pitchFamily="18" charset="0"/>
              </a:rPr>
            </a:br>
            <a:endParaRPr lang="en-IN" sz="1600" dirty="0">
              <a:effectLst/>
              <a:ea typeface="Calibri" panose="020F0502020204030204" pitchFamily="34" charset="0"/>
              <a:cs typeface="Times New Roman" panose="02020603050405020304" pitchFamily="18" charset="0"/>
            </a:endParaRPr>
          </a:p>
          <a:p>
            <a:pPr marL="285750" indent="-285750">
              <a:spcAft>
                <a:spcPts val="600"/>
              </a:spcAft>
              <a:buClr>
                <a:schemeClr val="tx2"/>
              </a:buClr>
              <a:buFont typeface="Arial" panose="020B0604020202020204" pitchFamily="34" charset="0"/>
              <a:buChar char="•"/>
            </a:pPr>
            <a:r>
              <a:rPr lang="en-IN" sz="1600" dirty="0">
                <a:effectLst/>
                <a:ea typeface="Calibri" panose="020F0502020204030204" pitchFamily="34" charset="0"/>
                <a:cs typeface="Times New Roman" panose="02020603050405020304" pitchFamily="18" charset="0"/>
              </a:rPr>
              <a:t>By analysing severity, occurrence, and detection ratings, teams prioritize prevention efforts on highest-risk failures before they occur.</a:t>
            </a:r>
          </a:p>
          <a:p>
            <a:pPr marL="285750" indent="-285750" algn="l" defTabSz="914400" rtl="0" eaLnBrk="1" latinLnBrk="0" hangingPunct="1">
              <a:lnSpc>
                <a:spcPct val="100000"/>
              </a:lnSpc>
              <a:spcBef>
                <a:spcPts val="0"/>
              </a:spcBef>
              <a:spcAft>
                <a:spcPts val="600"/>
              </a:spcAft>
              <a:buClr>
                <a:schemeClr val="tx2"/>
              </a:buClr>
              <a:buFont typeface="Arial" panose="020B0604020202020204" pitchFamily="34" charset="0"/>
              <a:buChar char="•"/>
            </a:pPr>
            <a:endParaRPr lang="en-US" sz="1800" kern="1200" dirty="0">
              <a:solidFill>
                <a:schemeClr val="tx1"/>
              </a:solidFill>
              <a:latin typeface="+mn-lt"/>
              <a:ea typeface="+mn-ea"/>
              <a:cs typeface="+mn-cs"/>
            </a:endParaRPr>
          </a:p>
        </p:txBody>
      </p:sp>
      <p:sp>
        <p:nvSpPr>
          <p:cNvPr id="3" name="Title 2">
            <a:extLst>
              <a:ext uri="{FF2B5EF4-FFF2-40B4-BE49-F238E27FC236}">
                <a16:creationId xmlns:a16="http://schemas.microsoft.com/office/drawing/2014/main" id="{18423E98-2688-3CEE-B65C-061A846D75F9}"/>
              </a:ext>
            </a:extLst>
          </p:cNvPr>
          <p:cNvSpPr>
            <a:spLocks noGrp="1"/>
          </p:cNvSpPr>
          <p:nvPr>
            <p:ph type="title"/>
          </p:nvPr>
        </p:nvSpPr>
        <p:spPr/>
        <p:txBody>
          <a:bodyPr/>
          <a:lstStyle/>
          <a:p>
            <a:r>
              <a:rPr lang="en-US">
                <a:latin typeface="BMW Group Condensed Bold" panose="020B0806020202020204" pitchFamily="34" charset="0"/>
              </a:rPr>
              <a:t>FAILURE MODE AND EFFECT ANALYSIS (</a:t>
            </a:r>
            <a:r>
              <a:rPr lang="en-US" err="1">
                <a:latin typeface="BMW Group Condensed Bold" panose="020B0806020202020204" pitchFamily="34" charset="0"/>
              </a:rPr>
              <a:t>fmea</a:t>
            </a:r>
            <a:r>
              <a:rPr lang="en-US">
                <a:latin typeface="BMW Group Condensed Bold" panose="020B0806020202020204" pitchFamily="34" charset="0"/>
              </a:rPr>
              <a:t>)</a:t>
            </a:r>
          </a:p>
        </p:txBody>
      </p:sp>
      <p:pic>
        <p:nvPicPr>
          <p:cNvPr id="8" name="Picture Placeholder 7" descr="A diagram of different types of effects&#10;&#10;AI-generated content may be incorrect.">
            <a:extLst>
              <a:ext uri="{FF2B5EF4-FFF2-40B4-BE49-F238E27FC236}">
                <a16:creationId xmlns:a16="http://schemas.microsoft.com/office/drawing/2014/main" id="{F5CD3254-1C85-DA86-726A-FC682F5C739B}"/>
              </a:ext>
            </a:extLst>
          </p:cNvPr>
          <p:cNvPicPr>
            <a:picLocks noGrp="1" noChangeAspect="1"/>
          </p:cNvPicPr>
          <p:nvPr>
            <p:ph type="pic" sz="quarter" idx="12"/>
          </p:nvPr>
        </p:nvPicPr>
        <p:blipFill>
          <a:blip r:embed="rId2">
            <a:extLst>
              <a:ext uri="{28A0092B-C50C-407E-A947-70E740481C1C}">
                <a14:useLocalDpi xmlns:a14="http://schemas.microsoft.com/office/drawing/2010/main" val="0"/>
              </a:ext>
            </a:extLst>
          </a:blip>
          <a:srcRect l="2510" r="4356"/>
          <a:stretch/>
        </p:blipFill>
        <p:spPr>
          <a:xfrm>
            <a:off x="4533900" y="1412875"/>
            <a:ext cx="7178675" cy="5019675"/>
          </a:xfrm>
        </p:spPr>
      </p:pic>
      <p:grpSp>
        <p:nvGrpSpPr>
          <p:cNvPr id="4" name="Group 3">
            <a:extLst>
              <a:ext uri="{FF2B5EF4-FFF2-40B4-BE49-F238E27FC236}">
                <a16:creationId xmlns:a16="http://schemas.microsoft.com/office/drawing/2014/main" id="{DBB680B4-E5A2-A4FE-1BC5-44B9E9244411}"/>
              </a:ext>
            </a:extLst>
          </p:cNvPr>
          <p:cNvGrpSpPr/>
          <p:nvPr/>
        </p:nvGrpSpPr>
        <p:grpSpPr>
          <a:xfrm>
            <a:off x="649346" y="3804857"/>
            <a:ext cx="3682586" cy="1331071"/>
            <a:chOff x="481685" y="3742576"/>
            <a:chExt cx="4262834" cy="1405294"/>
          </a:xfrm>
        </p:grpSpPr>
        <p:sp>
          <p:nvSpPr>
            <p:cNvPr id="6" name="Rectangle: Rounded Corners 5">
              <a:extLst>
                <a:ext uri="{FF2B5EF4-FFF2-40B4-BE49-F238E27FC236}">
                  <a16:creationId xmlns:a16="http://schemas.microsoft.com/office/drawing/2014/main" id="{2EFF80BB-383A-E9FF-3B77-55028EB63BDE}"/>
                </a:ext>
              </a:extLst>
            </p:cNvPr>
            <p:cNvSpPr/>
            <p:nvPr/>
          </p:nvSpPr>
          <p:spPr>
            <a:xfrm>
              <a:off x="481685" y="3742576"/>
              <a:ext cx="4262832" cy="1182074"/>
            </a:xfrm>
            <a:prstGeom prst="roundRect">
              <a:avLst/>
            </a:prstGeom>
            <a:solidFill>
              <a:schemeClr val="accent5"/>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a:solidFill>
                  <a:schemeClr val="tx1"/>
                </a:solidFill>
              </a:endParaRPr>
            </a:p>
          </p:txBody>
        </p:sp>
        <p:sp>
          <p:nvSpPr>
            <p:cNvPr id="7" name="TextBox 6">
              <a:extLst>
                <a:ext uri="{FF2B5EF4-FFF2-40B4-BE49-F238E27FC236}">
                  <a16:creationId xmlns:a16="http://schemas.microsoft.com/office/drawing/2014/main" id="{3B3F10AD-CA31-9687-E3A9-6615F2C01F4F}"/>
                </a:ext>
              </a:extLst>
            </p:cNvPr>
            <p:cNvSpPr txBox="1"/>
            <p:nvPr/>
          </p:nvSpPr>
          <p:spPr>
            <a:xfrm>
              <a:off x="665341" y="3870597"/>
              <a:ext cx="4079178" cy="1277273"/>
            </a:xfrm>
            <a:prstGeom prst="rect">
              <a:avLst/>
            </a:prstGeom>
          </p:spPr>
          <p:txBody>
            <a:bodyPr vert="horz" wrap="square" lIns="0" tIns="0" rIns="0" bIns="0" rtlCol="0">
              <a:spAutoFit/>
            </a:bodyPr>
            <a:lstStyle/>
            <a:p>
              <a:pPr>
                <a:spcAft>
                  <a:spcPts val="600"/>
                </a:spcAft>
                <a:buClr>
                  <a:schemeClr val="tx2"/>
                </a:buClr>
              </a:pPr>
              <a:r>
                <a:rPr lang="en-US" sz="1800" b="1" kern="1200">
                  <a:solidFill>
                    <a:schemeClr val="tx1"/>
                  </a:solidFill>
                  <a:latin typeface="+mn-lt"/>
                  <a:ea typeface="+mn-ea"/>
                  <a:cs typeface="+mn-cs"/>
                </a:rPr>
                <a:t>Use Case: </a:t>
              </a:r>
              <a:br>
                <a:rPr lang="en-US" sz="1800" b="1" kern="1200">
                  <a:solidFill>
                    <a:schemeClr val="tx1"/>
                  </a:solidFill>
                  <a:latin typeface="+mn-lt"/>
                  <a:ea typeface="+mn-ea"/>
                  <a:cs typeface="+mn-cs"/>
                </a:rPr>
              </a:br>
              <a:r>
                <a:rPr lang="en-US" sz="1400"/>
                <a:t>Deployed during product/process design to identify potential failures before production launch.</a:t>
              </a:r>
            </a:p>
            <a:p>
              <a:pPr algn="l" defTabSz="914400" rtl="0" eaLnBrk="1" latinLnBrk="0" hangingPunct="1">
                <a:lnSpc>
                  <a:spcPct val="100000"/>
                </a:lnSpc>
                <a:spcBef>
                  <a:spcPts val="0"/>
                </a:spcBef>
                <a:spcAft>
                  <a:spcPts val="600"/>
                </a:spcAft>
                <a:buClr>
                  <a:schemeClr val="tx2"/>
                </a:buClr>
              </a:pPr>
              <a:endParaRPr lang="en-US" sz="1800" kern="1200">
                <a:solidFill>
                  <a:schemeClr val="tx1"/>
                </a:solidFill>
                <a:latin typeface="+mn-lt"/>
                <a:ea typeface="+mn-ea"/>
                <a:cs typeface="+mn-cs"/>
              </a:endParaRPr>
            </a:p>
          </p:txBody>
        </p:sp>
      </p:grpSp>
      <p:grpSp>
        <p:nvGrpSpPr>
          <p:cNvPr id="2" name="Group 1">
            <a:extLst>
              <a:ext uri="{FF2B5EF4-FFF2-40B4-BE49-F238E27FC236}">
                <a16:creationId xmlns:a16="http://schemas.microsoft.com/office/drawing/2014/main" id="{043B522A-80AB-5C0D-F46B-2E46F44B3604}"/>
              </a:ext>
            </a:extLst>
          </p:cNvPr>
          <p:cNvGrpSpPr/>
          <p:nvPr/>
        </p:nvGrpSpPr>
        <p:grpSpPr>
          <a:xfrm>
            <a:off x="656330" y="5189086"/>
            <a:ext cx="3676316" cy="1119640"/>
            <a:chOff x="488947" y="5130436"/>
            <a:chExt cx="4255576" cy="1182074"/>
          </a:xfrm>
        </p:grpSpPr>
        <p:sp>
          <p:nvSpPr>
            <p:cNvPr id="10" name="Rectangle: Rounded Corners 9">
              <a:extLst>
                <a:ext uri="{FF2B5EF4-FFF2-40B4-BE49-F238E27FC236}">
                  <a16:creationId xmlns:a16="http://schemas.microsoft.com/office/drawing/2014/main" id="{0B5EF1CF-4F9C-A44A-E3FE-C979EDAC7AA4}"/>
                </a:ext>
              </a:extLst>
            </p:cNvPr>
            <p:cNvSpPr/>
            <p:nvPr/>
          </p:nvSpPr>
          <p:spPr>
            <a:xfrm>
              <a:off x="488947" y="5130436"/>
              <a:ext cx="4255574" cy="1182074"/>
            </a:xfrm>
            <a:prstGeom prst="roundRect">
              <a:avLst/>
            </a:prstGeom>
            <a:solidFill>
              <a:schemeClr val="accent5"/>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a:solidFill>
                  <a:schemeClr val="tx1"/>
                </a:solidFill>
              </a:endParaRPr>
            </a:p>
          </p:txBody>
        </p:sp>
        <p:sp>
          <p:nvSpPr>
            <p:cNvPr id="11" name="TextBox 10">
              <a:extLst>
                <a:ext uri="{FF2B5EF4-FFF2-40B4-BE49-F238E27FC236}">
                  <a16:creationId xmlns:a16="http://schemas.microsoft.com/office/drawing/2014/main" id="{6D34638C-8A6D-E4B5-063A-F971CE69042F}"/>
                </a:ext>
              </a:extLst>
            </p:cNvPr>
            <p:cNvSpPr txBox="1"/>
            <p:nvPr/>
          </p:nvSpPr>
          <p:spPr>
            <a:xfrm>
              <a:off x="672290" y="5258457"/>
              <a:ext cx="4072233" cy="923330"/>
            </a:xfrm>
            <a:prstGeom prst="rect">
              <a:avLst/>
            </a:prstGeom>
          </p:spPr>
          <p:txBody>
            <a:bodyPr vert="horz" wrap="square" lIns="0" tIns="0" rIns="0" bIns="0" rtlCol="0">
              <a:spAutoFit/>
            </a:bodyPr>
            <a:lstStyle/>
            <a:p>
              <a:pPr>
                <a:spcAft>
                  <a:spcPts val="600"/>
                </a:spcAft>
                <a:buClr>
                  <a:schemeClr val="tx2"/>
                </a:buClr>
              </a:pPr>
              <a:r>
                <a:rPr lang="en-US" sz="1800" b="1" kern="1200">
                  <a:solidFill>
                    <a:schemeClr val="tx1"/>
                  </a:solidFill>
                  <a:latin typeface="+mn-lt"/>
                  <a:ea typeface="+mn-ea"/>
                  <a:cs typeface="+mn-cs"/>
                </a:rPr>
                <a:t>Example: </a:t>
              </a:r>
              <a:br>
                <a:rPr lang="en-US" sz="1800" b="1" kern="1200">
                  <a:solidFill>
                    <a:schemeClr val="tx1"/>
                  </a:solidFill>
                  <a:latin typeface="+mn-lt"/>
                  <a:ea typeface="+mn-ea"/>
                  <a:cs typeface="+mn-cs"/>
                </a:rPr>
              </a:br>
              <a:r>
                <a:rPr lang="en-IN" sz="1400">
                  <a:effectLst/>
                  <a:ea typeface="Calibri" panose="020F0502020204030204" pitchFamily="34" charset="0"/>
                  <a:cs typeface="Times New Roman" panose="02020603050405020304" pitchFamily="18" charset="0"/>
                </a:rPr>
                <a:t>New assembly line design undergoes FMEA to identify where conveyor system might fail and impact production.</a:t>
              </a:r>
              <a:endParaRPr lang="en-US" sz="1800" kern="1200">
                <a:solidFill>
                  <a:schemeClr val="tx1"/>
                </a:solidFill>
                <a:latin typeface="+mn-lt"/>
                <a:ea typeface="+mn-ea"/>
                <a:cs typeface="+mn-cs"/>
              </a:endParaRPr>
            </a:p>
          </p:txBody>
        </p:sp>
      </p:grpSp>
    </p:spTree>
    <p:extLst>
      <p:ext uri="{BB962C8B-B14F-4D97-AF65-F5344CB8AC3E}">
        <p14:creationId xmlns:p14="http://schemas.microsoft.com/office/powerpoint/2010/main" val="2877279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201219E-FEE8-93A0-830B-8E49B9660C34}"/>
              </a:ext>
            </a:extLst>
          </p:cNvPr>
          <p:cNvSpPr>
            <a:spLocks noGrp="1"/>
          </p:cNvSpPr>
          <p:nvPr>
            <p:ph type="body" sz="quarter" idx="11"/>
          </p:nvPr>
        </p:nvSpPr>
        <p:spPr/>
        <p:txBody>
          <a:bodyPr/>
          <a:lstStyle/>
          <a:p>
            <a:r>
              <a:rPr lang="en-US" dirty="0"/>
              <a:t>FMEA</a:t>
            </a:r>
          </a:p>
        </p:txBody>
      </p:sp>
      <p:sp>
        <p:nvSpPr>
          <p:cNvPr id="5" name="Title 4">
            <a:extLst>
              <a:ext uri="{FF2B5EF4-FFF2-40B4-BE49-F238E27FC236}">
                <a16:creationId xmlns:a16="http://schemas.microsoft.com/office/drawing/2014/main" id="{0788B6B6-E0CD-5E1A-18E0-F1AADA1238E9}"/>
              </a:ext>
            </a:extLst>
          </p:cNvPr>
          <p:cNvSpPr>
            <a:spLocks noGrp="1"/>
          </p:cNvSpPr>
          <p:nvPr>
            <p:ph type="ctrTitle"/>
          </p:nvPr>
        </p:nvSpPr>
        <p:spPr>
          <a:xfrm>
            <a:off x="479808" y="2565951"/>
            <a:ext cx="6374130" cy="615553"/>
          </a:xfrm>
        </p:spPr>
        <p:txBody>
          <a:bodyPr/>
          <a:lstStyle/>
          <a:p>
            <a:r>
              <a:rPr lang="en-US" dirty="0"/>
              <a:t>HISTORY AND ITS EVOLUTION</a:t>
            </a:r>
          </a:p>
        </p:txBody>
      </p:sp>
      <p:pic>
        <p:nvPicPr>
          <p:cNvPr id="9" name="Picture 4" descr="Fmea Stock Illustrations, Cliparts and Royalty Free Fmea Vectors">
            <a:extLst>
              <a:ext uri="{FF2B5EF4-FFF2-40B4-BE49-F238E27FC236}">
                <a16:creationId xmlns:a16="http://schemas.microsoft.com/office/drawing/2014/main" id="{D9AC8816-3D38-AFB2-6B1C-5DA8C2A32041}"/>
              </a:ext>
            </a:extLst>
          </p:cNvPr>
          <p:cNvPicPr>
            <a:picLocks noGrp="1" noChangeAspect="1" noChangeArrowheads="1"/>
          </p:cNvPicPr>
          <p:nvPr>
            <p:ph type="pic" sz="quarter" idx="12"/>
          </p:nvPr>
        </p:nvPicPr>
        <p:blipFill>
          <a:blip r:embed="rId2">
            <a:extLst>
              <a:ext uri="{28A0092B-C50C-407E-A947-70E740481C1C}">
                <a14:useLocalDpi xmlns:a14="http://schemas.microsoft.com/office/drawing/2010/main" val="0"/>
              </a:ext>
            </a:extLst>
          </a:blip>
          <a:srcRect l="13107" r="13107"/>
          <a:stretch>
            <a:fillRect/>
          </a:stretch>
        </p:blipFill>
        <p:spPr bwMode="auto">
          <a:xfrm>
            <a:off x="7343775" y="0"/>
            <a:ext cx="4848225" cy="6570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29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ACA05B-95B6-13D8-DC4F-B0F3788C091D}"/>
              </a:ext>
            </a:extLst>
          </p:cNvPr>
          <p:cNvSpPr>
            <a:spLocks noGrp="1"/>
          </p:cNvSpPr>
          <p:nvPr>
            <p:ph sz="quarter" idx="10"/>
          </p:nvPr>
        </p:nvSpPr>
        <p:spPr>
          <a:xfrm>
            <a:off x="771749" y="1178258"/>
            <a:ext cx="10408439" cy="4894792"/>
          </a:xfrm>
        </p:spPr>
        <p:txBody>
          <a:bodyPr/>
          <a:lstStyle/>
          <a:p>
            <a:pPr marL="342900" indent="-342900">
              <a:lnSpc>
                <a:spcPct val="150000"/>
              </a:lnSpc>
              <a:buFontTx/>
              <a:buChar char="-"/>
            </a:pPr>
            <a:r>
              <a:rPr lang="en-US" sz="1800" dirty="0"/>
              <a:t>The original/traditional approach was developed by US Military in late 1940’s.</a:t>
            </a:r>
          </a:p>
          <a:p>
            <a:pPr marL="342900" indent="-342900">
              <a:lnSpc>
                <a:spcPct val="150000"/>
              </a:lnSpc>
              <a:buFontTx/>
              <a:buChar char="-"/>
            </a:pPr>
            <a:r>
              <a:rPr lang="en-US" sz="1800" dirty="0"/>
              <a:t>It has been used as a risk identification &amp; reduction tool.</a:t>
            </a:r>
          </a:p>
          <a:p>
            <a:pPr marL="342900" indent="-342900">
              <a:lnSpc>
                <a:spcPct val="150000"/>
              </a:lnSpc>
              <a:buFontTx/>
              <a:buChar char="-"/>
            </a:pPr>
            <a:r>
              <a:rPr lang="en-US" sz="1800" dirty="0"/>
              <a:t>Under the aegis of AIAG, it was used in the automotive industries since 1980’s.</a:t>
            </a:r>
          </a:p>
          <a:p>
            <a:pPr marL="342900" indent="-342900">
              <a:lnSpc>
                <a:spcPct val="150000"/>
              </a:lnSpc>
              <a:buFontTx/>
              <a:buChar char="-"/>
            </a:pPr>
            <a:r>
              <a:rPr lang="en-US" sz="1800" dirty="0"/>
              <a:t>In 2019, underwent a major change and a ‘harmonized’ AIAG &amp; VDA FMEA has been introduced. </a:t>
            </a:r>
          </a:p>
          <a:p>
            <a:endParaRPr lang="en-US" dirty="0"/>
          </a:p>
        </p:txBody>
      </p:sp>
      <p:sp>
        <p:nvSpPr>
          <p:cNvPr id="3" name="Title 2">
            <a:extLst>
              <a:ext uri="{FF2B5EF4-FFF2-40B4-BE49-F238E27FC236}">
                <a16:creationId xmlns:a16="http://schemas.microsoft.com/office/drawing/2014/main" id="{DBEF3A85-A519-7DC7-A3A1-E782608F789F}"/>
              </a:ext>
            </a:extLst>
          </p:cNvPr>
          <p:cNvSpPr>
            <a:spLocks noGrp="1"/>
          </p:cNvSpPr>
          <p:nvPr>
            <p:ph type="title"/>
          </p:nvPr>
        </p:nvSpPr>
        <p:spPr/>
        <p:txBody>
          <a:bodyPr/>
          <a:lstStyle/>
          <a:p>
            <a:r>
              <a:rPr lang="en-US" b="1" dirty="0"/>
              <a:t>HISTORY AND EVOLUTION OF FMEA</a:t>
            </a:r>
          </a:p>
        </p:txBody>
      </p:sp>
      <p:pic>
        <p:nvPicPr>
          <p:cNvPr id="6" name="Picture 5">
            <a:extLst>
              <a:ext uri="{FF2B5EF4-FFF2-40B4-BE49-F238E27FC236}">
                <a16:creationId xmlns:a16="http://schemas.microsoft.com/office/drawing/2014/main" id="{CFD8ECBE-A50B-9882-A9E7-0351D2ACBC82}"/>
              </a:ext>
            </a:extLst>
          </p:cNvPr>
          <p:cNvPicPr>
            <a:picLocks noChangeAspect="1"/>
          </p:cNvPicPr>
          <p:nvPr/>
        </p:nvPicPr>
        <p:blipFill>
          <a:blip r:embed="rId2"/>
          <a:stretch>
            <a:fillRect/>
          </a:stretch>
        </p:blipFill>
        <p:spPr>
          <a:xfrm>
            <a:off x="2757659" y="3300097"/>
            <a:ext cx="6676681" cy="2886075"/>
          </a:xfrm>
          <a:prstGeom prst="rect">
            <a:avLst/>
          </a:prstGeom>
        </p:spPr>
      </p:pic>
    </p:spTree>
    <p:extLst>
      <p:ext uri="{BB962C8B-B14F-4D97-AF65-F5344CB8AC3E}">
        <p14:creationId xmlns:p14="http://schemas.microsoft.com/office/powerpoint/2010/main" val="225011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35CE4C22-54C1-2710-081F-F9B6E3A7625B}"/>
              </a:ext>
            </a:extLst>
          </p:cNvPr>
          <p:cNvPicPr>
            <a:picLocks noGrp="1" noChangeAspect="1" noChangeArrowheads="1"/>
          </p:cNvPicPr>
          <p:nvPr>
            <p:ph sz="quarter" idx="17"/>
          </p:nvPr>
        </p:nvPicPr>
        <p:blipFill>
          <a:blip r:embed="rId2">
            <a:extLst>
              <a:ext uri="{28A0092B-C50C-407E-A947-70E740481C1C}">
                <a14:useLocalDpi xmlns:a14="http://schemas.microsoft.com/office/drawing/2010/main" val="0"/>
              </a:ext>
            </a:extLst>
          </a:blip>
          <a:stretch>
            <a:fillRect/>
          </a:stretch>
        </p:blipFill>
        <p:spPr bwMode="auto">
          <a:xfrm>
            <a:off x="1483265" y="1151731"/>
            <a:ext cx="8943975" cy="4505325"/>
          </a:xfrm>
          <a:prstGeom prst="rect">
            <a:avLst/>
          </a:prstGeom>
          <a:noFill/>
          <a:extLst>
            <a:ext uri="{909E8E84-426E-40DD-AFC4-6F175D3DCCD1}">
              <a14:hiddenFill xmlns:a14="http://schemas.microsoft.com/office/drawing/2010/main">
                <a:solidFill>
                  <a:srgbClr val="FFFFFF"/>
                </a:solidFill>
              </a14:hiddenFill>
            </a:ext>
          </a:extLst>
        </p:spPr>
      </p:pic>
      <p:sp>
        <p:nvSpPr>
          <p:cNvPr id="6" name="Title 5">
            <a:extLst>
              <a:ext uri="{FF2B5EF4-FFF2-40B4-BE49-F238E27FC236}">
                <a16:creationId xmlns:a16="http://schemas.microsoft.com/office/drawing/2014/main" id="{38F63D4D-E648-2E28-F68E-0DA84FC1E04F}"/>
              </a:ext>
            </a:extLst>
          </p:cNvPr>
          <p:cNvSpPr>
            <a:spLocks noGrp="1"/>
          </p:cNvSpPr>
          <p:nvPr>
            <p:ph type="title"/>
          </p:nvPr>
        </p:nvSpPr>
        <p:spPr/>
        <p:txBody>
          <a:bodyPr/>
          <a:lstStyle/>
          <a:p>
            <a:r>
              <a:rPr lang="en-US" b="1" dirty="0"/>
              <a:t>Evolution of </a:t>
            </a:r>
            <a:r>
              <a:rPr lang="en-US" b="1" dirty="0" err="1"/>
              <a:t>fmea</a:t>
            </a:r>
            <a:endParaRPr lang="en-US" b="1" dirty="0"/>
          </a:p>
        </p:txBody>
      </p:sp>
      <p:sp>
        <p:nvSpPr>
          <p:cNvPr id="7" name="Arrow: Right 6">
            <a:extLst>
              <a:ext uri="{FF2B5EF4-FFF2-40B4-BE49-F238E27FC236}">
                <a16:creationId xmlns:a16="http://schemas.microsoft.com/office/drawing/2014/main" id="{02393448-9AE9-A62B-2287-4808B7300174}"/>
              </a:ext>
            </a:extLst>
          </p:cNvPr>
          <p:cNvSpPr/>
          <p:nvPr/>
        </p:nvSpPr>
        <p:spPr>
          <a:xfrm>
            <a:off x="4163876" y="3714393"/>
            <a:ext cx="360726" cy="335560"/>
          </a:xfrm>
          <a:prstGeom prst="rightArrow">
            <a:avLst/>
          </a:prstGeom>
          <a:solidFill>
            <a:srgbClr val="0070C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dirty="0">
              <a:solidFill>
                <a:schemeClr val="tx1"/>
              </a:solidFill>
            </a:endParaRPr>
          </a:p>
        </p:txBody>
      </p:sp>
      <p:sp>
        <p:nvSpPr>
          <p:cNvPr id="8" name="Arrow: Right 7">
            <a:extLst>
              <a:ext uri="{FF2B5EF4-FFF2-40B4-BE49-F238E27FC236}">
                <a16:creationId xmlns:a16="http://schemas.microsoft.com/office/drawing/2014/main" id="{A634D16C-24D2-0F4D-BB37-5216CFD155F6}"/>
              </a:ext>
            </a:extLst>
          </p:cNvPr>
          <p:cNvSpPr/>
          <p:nvPr/>
        </p:nvSpPr>
        <p:spPr>
          <a:xfrm rot="10800000">
            <a:off x="7379826" y="3714393"/>
            <a:ext cx="360726" cy="335560"/>
          </a:xfrm>
          <a:prstGeom prst="rightArrow">
            <a:avLst/>
          </a:prstGeom>
          <a:solidFill>
            <a:srgbClr val="FF0000"/>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dirty="0">
              <a:solidFill>
                <a:schemeClr val="tx1"/>
              </a:solidFill>
            </a:endParaRPr>
          </a:p>
        </p:txBody>
      </p:sp>
      <p:sp>
        <p:nvSpPr>
          <p:cNvPr id="9" name="Rectangle 8">
            <a:extLst>
              <a:ext uri="{FF2B5EF4-FFF2-40B4-BE49-F238E27FC236}">
                <a16:creationId xmlns:a16="http://schemas.microsoft.com/office/drawing/2014/main" id="{21A4F121-F89D-1034-9460-683DDC6B178A}"/>
              </a:ext>
            </a:extLst>
          </p:cNvPr>
          <p:cNvSpPr/>
          <p:nvPr/>
        </p:nvSpPr>
        <p:spPr>
          <a:xfrm>
            <a:off x="1549651" y="5629956"/>
            <a:ext cx="2405255" cy="461665"/>
          </a:xfrm>
          <a:prstGeom prst="rect">
            <a:avLst/>
          </a:prstGeom>
        </p:spPr>
        <p:txBody>
          <a:bodyPr wrap="square">
            <a:spAutoFit/>
          </a:bodyPr>
          <a:lstStyle/>
          <a:p>
            <a:pPr algn="ctr"/>
            <a:r>
              <a:rPr lang="en-US" sz="2400" b="1" dirty="0"/>
              <a:t>AIAG FMEA</a:t>
            </a:r>
          </a:p>
        </p:txBody>
      </p:sp>
      <p:sp>
        <p:nvSpPr>
          <p:cNvPr id="10" name="Rectangle 9">
            <a:extLst>
              <a:ext uri="{FF2B5EF4-FFF2-40B4-BE49-F238E27FC236}">
                <a16:creationId xmlns:a16="http://schemas.microsoft.com/office/drawing/2014/main" id="{8DF7F8D8-74B2-2356-75E6-EE32FB890867}"/>
              </a:ext>
            </a:extLst>
          </p:cNvPr>
          <p:cNvSpPr/>
          <p:nvPr/>
        </p:nvSpPr>
        <p:spPr>
          <a:xfrm>
            <a:off x="4764147" y="5639099"/>
            <a:ext cx="2405255" cy="461665"/>
          </a:xfrm>
          <a:prstGeom prst="rect">
            <a:avLst/>
          </a:prstGeom>
        </p:spPr>
        <p:txBody>
          <a:bodyPr wrap="square">
            <a:spAutoFit/>
          </a:bodyPr>
          <a:lstStyle/>
          <a:p>
            <a:pPr algn="ctr"/>
            <a:r>
              <a:rPr lang="en-US" sz="2400" b="1" dirty="0"/>
              <a:t>AIAG-VDA FMEA</a:t>
            </a:r>
          </a:p>
        </p:txBody>
      </p:sp>
      <p:sp>
        <p:nvSpPr>
          <p:cNvPr id="11" name="Rectangle 10">
            <a:extLst>
              <a:ext uri="{FF2B5EF4-FFF2-40B4-BE49-F238E27FC236}">
                <a16:creationId xmlns:a16="http://schemas.microsoft.com/office/drawing/2014/main" id="{DA687952-F93B-CF6B-12E8-4F3BD5A4E3E0}"/>
              </a:ext>
            </a:extLst>
          </p:cNvPr>
          <p:cNvSpPr/>
          <p:nvPr/>
        </p:nvSpPr>
        <p:spPr>
          <a:xfrm>
            <a:off x="8088371" y="5623399"/>
            <a:ext cx="2405255" cy="461665"/>
          </a:xfrm>
          <a:prstGeom prst="rect">
            <a:avLst/>
          </a:prstGeom>
        </p:spPr>
        <p:txBody>
          <a:bodyPr wrap="square">
            <a:spAutoFit/>
          </a:bodyPr>
          <a:lstStyle/>
          <a:p>
            <a:pPr algn="ctr"/>
            <a:r>
              <a:rPr lang="en-US" sz="2400" b="1" dirty="0"/>
              <a:t>VDA QMS</a:t>
            </a:r>
          </a:p>
        </p:txBody>
      </p:sp>
    </p:spTree>
    <p:extLst>
      <p:ext uri="{BB962C8B-B14F-4D97-AF65-F5344CB8AC3E}">
        <p14:creationId xmlns:p14="http://schemas.microsoft.com/office/powerpoint/2010/main" val="2786858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Volume 1: Why FMEA Matters in Drone Design &amp; Certification">
            <a:extLst>
              <a:ext uri="{FF2B5EF4-FFF2-40B4-BE49-F238E27FC236}">
                <a16:creationId xmlns:a16="http://schemas.microsoft.com/office/drawing/2014/main" id="{CC709308-5D87-4A7F-0452-C264ED003D11}"/>
              </a:ext>
            </a:extLst>
          </p:cNvPr>
          <p:cNvPicPr>
            <a:picLocks noChangeAspect="1" noChangeArrowheads="1"/>
          </p:cNvPicPr>
          <p:nvPr/>
        </p:nvPicPr>
        <p:blipFill>
          <a:blip r:embed="rId2">
            <a:alphaModFix amt="7000"/>
            <a:extLst>
              <a:ext uri="{28A0092B-C50C-407E-A947-70E740481C1C}">
                <a14:useLocalDpi xmlns:a14="http://schemas.microsoft.com/office/drawing/2010/main" val="0"/>
              </a:ext>
            </a:extLst>
          </a:blip>
          <a:srcRect/>
          <a:stretch>
            <a:fillRect/>
          </a:stretch>
        </p:blipFill>
        <p:spPr bwMode="auto">
          <a:xfrm>
            <a:off x="0" y="0"/>
            <a:ext cx="12192000" cy="6583680"/>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5">
            <a:extLst>
              <a:ext uri="{FF2B5EF4-FFF2-40B4-BE49-F238E27FC236}">
                <a16:creationId xmlns:a16="http://schemas.microsoft.com/office/drawing/2014/main" id="{353BA17D-A78F-9AC5-155F-C87733ED3308}"/>
              </a:ext>
            </a:extLst>
          </p:cNvPr>
          <p:cNvSpPr>
            <a:spLocks noGrp="1"/>
          </p:cNvSpPr>
          <p:nvPr>
            <p:ph type="body" sz="quarter" idx="11"/>
          </p:nvPr>
        </p:nvSpPr>
        <p:spPr>
          <a:xfrm>
            <a:off x="4009009" y="1431446"/>
            <a:ext cx="6369154" cy="1144352"/>
          </a:xfrm>
        </p:spPr>
        <p:txBody>
          <a:bodyPr/>
          <a:lstStyle/>
          <a:p>
            <a:r>
              <a:rPr lang="en-US" dirty="0"/>
              <a:t>	FMEA	</a:t>
            </a:r>
          </a:p>
        </p:txBody>
      </p:sp>
      <p:sp>
        <p:nvSpPr>
          <p:cNvPr id="5" name="Title 4">
            <a:extLst>
              <a:ext uri="{FF2B5EF4-FFF2-40B4-BE49-F238E27FC236}">
                <a16:creationId xmlns:a16="http://schemas.microsoft.com/office/drawing/2014/main" id="{BC85546F-2FEA-DA7B-3C17-35999D4A58D3}"/>
              </a:ext>
            </a:extLst>
          </p:cNvPr>
          <p:cNvSpPr>
            <a:spLocks noGrp="1"/>
          </p:cNvSpPr>
          <p:nvPr>
            <p:ph type="ctrTitle"/>
          </p:nvPr>
        </p:nvSpPr>
        <p:spPr>
          <a:xfrm>
            <a:off x="3396744" y="2565951"/>
            <a:ext cx="6374130" cy="1231106"/>
          </a:xfrm>
        </p:spPr>
        <p:txBody>
          <a:bodyPr/>
          <a:lstStyle/>
          <a:p>
            <a:r>
              <a:rPr lang="en-US" dirty="0"/>
              <a:t>TYPES-ITS PURPOSE AND OUTCOME</a:t>
            </a:r>
          </a:p>
        </p:txBody>
      </p:sp>
    </p:spTree>
    <p:extLst>
      <p:ext uri="{BB962C8B-B14F-4D97-AF65-F5344CB8AC3E}">
        <p14:creationId xmlns:p14="http://schemas.microsoft.com/office/powerpoint/2010/main" val="2449382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1C6A3A-DA0E-461A-E350-0E9F67198032}"/>
              </a:ext>
            </a:extLst>
          </p:cNvPr>
          <p:cNvSpPr>
            <a:spLocks noGrp="1"/>
          </p:cNvSpPr>
          <p:nvPr>
            <p:ph sz="quarter" idx="10"/>
          </p:nvPr>
        </p:nvSpPr>
        <p:spPr>
          <a:xfrm>
            <a:off x="373386" y="918650"/>
            <a:ext cx="5637271" cy="5410141"/>
          </a:xfrm>
        </p:spPr>
        <p:txBody>
          <a:bodyPr/>
          <a:lstStyle/>
          <a:p>
            <a:pPr marL="0" indent="0">
              <a:lnSpc>
                <a:spcPct val="150000"/>
              </a:lnSpc>
              <a:buNone/>
            </a:pPr>
            <a:r>
              <a:rPr lang="en-US" b="1" dirty="0">
                <a:latin typeface="+mj-lt"/>
              </a:rPr>
              <a:t>1.Process FMEA (PFMEA)</a:t>
            </a:r>
            <a:endParaRPr lang="en-US" dirty="0">
              <a:latin typeface="+mj-lt"/>
            </a:endParaRPr>
          </a:p>
          <a:p>
            <a:r>
              <a:rPr lang="en-US" b="1" dirty="0"/>
              <a:t>Purpose</a:t>
            </a:r>
            <a:endParaRPr lang="en-US" dirty="0"/>
          </a:p>
          <a:p>
            <a:pPr>
              <a:buFont typeface="Arial" panose="020B0604020202020204" pitchFamily="34" charset="0"/>
              <a:buChar char="•"/>
            </a:pPr>
            <a:r>
              <a:rPr lang="en-US" dirty="0"/>
              <a:t>Analyzes risks in </a:t>
            </a:r>
            <a:r>
              <a:rPr lang="en-US" i="1" dirty="0"/>
              <a:t>manufacturing and assembly processes</a:t>
            </a:r>
            <a:r>
              <a:rPr lang="en-US" dirty="0"/>
              <a:t>.</a:t>
            </a:r>
          </a:p>
          <a:p>
            <a:pPr>
              <a:buFont typeface="Arial" panose="020B0604020202020204" pitchFamily="34" charset="0"/>
              <a:buChar char="•"/>
            </a:pPr>
            <a:r>
              <a:rPr lang="en-US" dirty="0"/>
              <a:t>Prevents defects and inefficiencies during production.</a:t>
            </a:r>
          </a:p>
          <a:p>
            <a:r>
              <a:rPr lang="en-US" b="1" dirty="0"/>
              <a:t>Outcome</a:t>
            </a:r>
            <a:endParaRPr lang="en-US" dirty="0"/>
          </a:p>
          <a:p>
            <a:pPr>
              <a:buFont typeface="Arial" panose="020B0604020202020204" pitchFamily="34" charset="0"/>
              <a:buChar char="•"/>
            </a:pPr>
            <a:r>
              <a:rPr lang="en-US" dirty="0"/>
              <a:t>Reliable production processes.</a:t>
            </a:r>
          </a:p>
          <a:p>
            <a:pPr>
              <a:buFont typeface="Arial" panose="020B0604020202020204" pitchFamily="34" charset="0"/>
              <a:buChar char="•"/>
            </a:pPr>
            <a:r>
              <a:rPr lang="en-US" dirty="0"/>
              <a:t>Consistent quality output.</a:t>
            </a:r>
          </a:p>
          <a:p>
            <a:pPr>
              <a:buFont typeface="Arial" panose="020B0604020202020204" pitchFamily="34" charset="0"/>
              <a:buChar char="•"/>
            </a:pPr>
            <a:endParaRPr lang="en-US" dirty="0"/>
          </a:p>
          <a:p>
            <a:pPr marL="0" indent="0">
              <a:buNone/>
            </a:pPr>
            <a:r>
              <a:rPr lang="en-US" b="1" dirty="0"/>
              <a:t>2.Design FMEA (DFMEA)</a:t>
            </a:r>
          </a:p>
          <a:p>
            <a:r>
              <a:rPr lang="en-US" b="1" dirty="0"/>
              <a:t>Purpose</a:t>
            </a:r>
            <a:endParaRPr lang="en-US" dirty="0"/>
          </a:p>
          <a:p>
            <a:pPr>
              <a:buFont typeface="Arial" panose="020B0604020202020204" pitchFamily="34" charset="0"/>
              <a:buChar char="•"/>
            </a:pPr>
            <a:r>
              <a:rPr lang="en-US" dirty="0"/>
              <a:t>Identifies risks in the </a:t>
            </a:r>
            <a:r>
              <a:rPr lang="en-US" i="1" dirty="0"/>
              <a:t>product design stage</a:t>
            </a:r>
            <a:r>
              <a:rPr lang="en-US" dirty="0"/>
              <a:t>.</a:t>
            </a:r>
          </a:p>
          <a:p>
            <a:pPr>
              <a:buFont typeface="Arial" panose="020B0604020202020204" pitchFamily="34" charset="0"/>
              <a:buChar char="•"/>
            </a:pPr>
            <a:r>
              <a:rPr lang="en-US" dirty="0"/>
              <a:t>Ensures the product meets customer requirements and safety standards.</a:t>
            </a:r>
          </a:p>
          <a:p>
            <a:r>
              <a:rPr lang="en-US" b="1" dirty="0"/>
              <a:t>Outcome</a:t>
            </a:r>
            <a:endParaRPr lang="en-US" dirty="0"/>
          </a:p>
          <a:p>
            <a:pPr>
              <a:buFont typeface="Arial" panose="020B0604020202020204" pitchFamily="34" charset="0"/>
              <a:buChar char="•"/>
            </a:pPr>
            <a:r>
              <a:rPr lang="en-US" dirty="0"/>
              <a:t>Stronger, more robust designs before prototypes or production.</a:t>
            </a:r>
          </a:p>
          <a:p>
            <a:endParaRPr lang="en-US" dirty="0">
              <a:latin typeface="+mj-lt"/>
            </a:endParaRPr>
          </a:p>
        </p:txBody>
      </p:sp>
      <p:sp>
        <p:nvSpPr>
          <p:cNvPr id="3" name="Title 2">
            <a:extLst>
              <a:ext uri="{FF2B5EF4-FFF2-40B4-BE49-F238E27FC236}">
                <a16:creationId xmlns:a16="http://schemas.microsoft.com/office/drawing/2014/main" id="{281F6411-5D07-5140-94E8-BB66F9C5B94A}"/>
              </a:ext>
            </a:extLst>
          </p:cNvPr>
          <p:cNvSpPr>
            <a:spLocks noGrp="1"/>
          </p:cNvSpPr>
          <p:nvPr>
            <p:ph type="title"/>
          </p:nvPr>
        </p:nvSpPr>
        <p:spPr>
          <a:xfrm>
            <a:off x="488947" y="347184"/>
            <a:ext cx="11224684" cy="800219"/>
          </a:xfrm>
        </p:spPr>
        <p:txBody>
          <a:bodyPr/>
          <a:lstStyle/>
          <a:p>
            <a:r>
              <a:rPr lang="en-US" b="1" dirty="0"/>
              <a:t>Types of VDA FMEA</a:t>
            </a:r>
            <a:br>
              <a:rPr lang="en-US" b="1" dirty="0"/>
            </a:br>
            <a:endParaRPr lang="en-US" dirty="0"/>
          </a:p>
        </p:txBody>
      </p:sp>
      <p:pic>
        <p:nvPicPr>
          <p:cNvPr id="8" name="Picture 7">
            <a:extLst>
              <a:ext uri="{FF2B5EF4-FFF2-40B4-BE49-F238E27FC236}">
                <a16:creationId xmlns:a16="http://schemas.microsoft.com/office/drawing/2014/main" id="{E9916494-170F-470E-9A1D-3127E48477D2}"/>
              </a:ext>
            </a:extLst>
          </p:cNvPr>
          <p:cNvPicPr>
            <a:picLocks noChangeAspect="1"/>
          </p:cNvPicPr>
          <p:nvPr/>
        </p:nvPicPr>
        <p:blipFill>
          <a:blip r:embed="rId2"/>
          <a:stretch>
            <a:fillRect/>
          </a:stretch>
        </p:blipFill>
        <p:spPr>
          <a:xfrm>
            <a:off x="6181344" y="992025"/>
            <a:ext cx="4991796" cy="237995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cxnSp>
        <p:nvCxnSpPr>
          <p:cNvPr id="16" name="Straight Connector 15">
            <a:extLst>
              <a:ext uri="{FF2B5EF4-FFF2-40B4-BE49-F238E27FC236}">
                <a16:creationId xmlns:a16="http://schemas.microsoft.com/office/drawing/2014/main" id="{E0C230CD-07FC-073D-98CD-83FBC431170C}"/>
              </a:ext>
            </a:extLst>
          </p:cNvPr>
          <p:cNvCxnSpPr>
            <a:cxnSpLocks/>
            <a:stCxn id="2" idx="1"/>
          </p:cNvCxnSpPr>
          <p:nvPr/>
        </p:nvCxnSpPr>
        <p:spPr>
          <a:xfrm flipV="1">
            <a:off x="373386" y="3623720"/>
            <a:ext cx="11266926" cy="1"/>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22" name="Picture 21">
            <a:extLst>
              <a:ext uri="{FF2B5EF4-FFF2-40B4-BE49-F238E27FC236}">
                <a16:creationId xmlns:a16="http://schemas.microsoft.com/office/drawing/2014/main" id="{DCEA4BDB-78E5-3BF0-F530-ABDBA6350F2F}"/>
              </a:ext>
            </a:extLst>
          </p:cNvPr>
          <p:cNvPicPr>
            <a:picLocks noChangeAspect="1"/>
          </p:cNvPicPr>
          <p:nvPr/>
        </p:nvPicPr>
        <p:blipFill>
          <a:blip r:embed="rId3"/>
          <a:srcRect t="8750" b="6660"/>
          <a:stretch/>
        </p:blipFill>
        <p:spPr>
          <a:xfrm>
            <a:off x="6181344" y="3952812"/>
            <a:ext cx="5074920" cy="231197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285211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21F21E91-6EBF-3888-EC8C-4036E6F5DC9F}"/>
              </a:ext>
            </a:extLst>
          </p:cNvPr>
          <p:cNvSpPr>
            <a:spLocks noGrp="1"/>
          </p:cNvSpPr>
          <p:nvPr>
            <p:ph type="body" sz="quarter" idx="11"/>
          </p:nvPr>
        </p:nvSpPr>
        <p:spPr>
          <a:xfrm>
            <a:off x="263170" y="1815494"/>
            <a:ext cx="6369154" cy="1144352"/>
          </a:xfrm>
        </p:spPr>
        <p:txBody>
          <a:bodyPr/>
          <a:lstStyle/>
          <a:p>
            <a:r>
              <a:rPr lang="en-US" dirty="0"/>
              <a:t>PFMEA</a:t>
            </a:r>
          </a:p>
        </p:txBody>
      </p:sp>
      <p:sp>
        <p:nvSpPr>
          <p:cNvPr id="5" name="Title 4">
            <a:extLst>
              <a:ext uri="{FF2B5EF4-FFF2-40B4-BE49-F238E27FC236}">
                <a16:creationId xmlns:a16="http://schemas.microsoft.com/office/drawing/2014/main" id="{02CF4095-706D-5367-EBA8-6D2003E55F5B}"/>
              </a:ext>
            </a:extLst>
          </p:cNvPr>
          <p:cNvSpPr>
            <a:spLocks noGrp="1"/>
          </p:cNvSpPr>
          <p:nvPr>
            <p:ph type="ctrTitle"/>
          </p:nvPr>
        </p:nvSpPr>
        <p:spPr>
          <a:xfrm>
            <a:off x="283534" y="3041439"/>
            <a:ext cx="5509235" cy="615553"/>
          </a:xfrm>
        </p:spPr>
        <p:txBody>
          <a:bodyPr/>
          <a:lstStyle/>
          <a:p>
            <a:r>
              <a:rPr lang="en-US" dirty="0"/>
              <a:t>THE 7 STEP APPROACH</a:t>
            </a:r>
          </a:p>
        </p:txBody>
      </p:sp>
      <p:pic>
        <p:nvPicPr>
          <p:cNvPr id="8" name="Picture 2" descr="The AIAG &amp; VDA Harmonized FMEA Methodology | ENCONA">
            <a:extLst>
              <a:ext uri="{FF2B5EF4-FFF2-40B4-BE49-F238E27FC236}">
                <a16:creationId xmlns:a16="http://schemas.microsoft.com/office/drawing/2014/main" id="{8BD19355-FBB9-24C7-96FC-C566A746CD12}"/>
              </a:ext>
            </a:extLst>
          </p:cNvPr>
          <p:cNvPicPr>
            <a:picLocks noGrp="1" noChangeAspect="1" noChangeArrowheads="1"/>
          </p:cNvPicPr>
          <p:nvPr>
            <p:ph type="pic" sz="quarter" idx="12"/>
          </p:nvPr>
        </p:nvPicPr>
        <p:blipFill rotWithShape="1">
          <a:blip r:embed="rId2">
            <a:alphaModFix/>
            <a:extLst>
              <a:ext uri="{28A0092B-C50C-407E-A947-70E740481C1C}">
                <a14:useLocalDpi xmlns:a14="http://schemas.microsoft.com/office/drawing/2010/main" val="0"/>
              </a:ext>
            </a:extLst>
          </a:blip>
          <a:srcRect l="413" r="219"/>
          <a:stretch/>
        </p:blipFill>
        <p:spPr bwMode="auto">
          <a:xfrm>
            <a:off x="5260157" y="0"/>
            <a:ext cx="6759018" cy="6570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633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718984-F245-88AE-D499-FFC7145B9137}"/>
              </a:ext>
            </a:extLst>
          </p:cNvPr>
          <p:cNvSpPr>
            <a:spLocks noGrp="1"/>
          </p:cNvSpPr>
          <p:nvPr>
            <p:ph sz="quarter" idx="10"/>
          </p:nvPr>
        </p:nvSpPr>
        <p:spPr>
          <a:xfrm>
            <a:off x="893569" y="342730"/>
            <a:ext cx="9228839" cy="5756317"/>
          </a:xfrm>
        </p:spPr>
        <p:txBody>
          <a:bodyPr/>
          <a:lstStyle/>
          <a:p>
            <a:pPr marL="0" indent="0">
              <a:lnSpc>
                <a:spcPct val="150000"/>
              </a:lnSpc>
              <a:buNone/>
            </a:pPr>
            <a:endParaRPr lang="en-US" dirty="0"/>
          </a:p>
          <a:p>
            <a:pPr algn="l">
              <a:lnSpc>
                <a:spcPct val="150000"/>
              </a:lnSpc>
            </a:pPr>
            <a:r>
              <a:rPr lang="en-US" sz="1600" b="0" i="0" dirty="0">
                <a:solidFill>
                  <a:srgbClr val="2D3748"/>
                </a:solidFill>
                <a:effectLst/>
              </a:rPr>
              <a:t>The AIAG-VDA Harmonization Project defined a </a:t>
            </a:r>
            <a:r>
              <a:rPr lang="en-US" sz="1600" b="1" i="0" dirty="0">
                <a:solidFill>
                  <a:srgbClr val="2D3748"/>
                </a:solidFill>
                <a:effectLst/>
              </a:rPr>
              <a:t>seven-step process </a:t>
            </a:r>
            <a:r>
              <a:rPr lang="en-US" sz="1600" b="0" i="0" dirty="0">
                <a:solidFill>
                  <a:srgbClr val="2D3748"/>
                </a:solidFill>
                <a:effectLst/>
              </a:rPr>
              <a:t>for conducting FMEAs.</a:t>
            </a:r>
          </a:p>
          <a:p>
            <a:pPr algn="l">
              <a:lnSpc>
                <a:spcPct val="150000"/>
              </a:lnSpc>
            </a:pPr>
            <a:endParaRPr lang="en-US" sz="1600" dirty="0">
              <a:solidFill>
                <a:srgbClr val="2D3748"/>
              </a:solidFill>
            </a:endParaRPr>
          </a:p>
          <a:p>
            <a:pPr algn="l">
              <a:lnSpc>
                <a:spcPct val="150000"/>
              </a:lnSpc>
            </a:pPr>
            <a:endParaRPr lang="en-US" sz="1600" b="0" i="0" dirty="0">
              <a:solidFill>
                <a:srgbClr val="2D3748"/>
              </a:solidFill>
              <a:effectLst/>
            </a:endParaRPr>
          </a:p>
          <a:p>
            <a:pPr algn="l">
              <a:lnSpc>
                <a:spcPct val="150000"/>
              </a:lnSpc>
            </a:pPr>
            <a:endParaRPr lang="en-US" sz="1600" dirty="0">
              <a:solidFill>
                <a:srgbClr val="2D3748"/>
              </a:solidFill>
            </a:endParaRPr>
          </a:p>
          <a:p>
            <a:pPr algn="just">
              <a:lnSpc>
                <a:spcPct val="150000"/>
              </a:lnSpc>
            </a:pPr>
            <a:endParaRPr lang="en-US" sz="1600" b="0" i="0" dirty="0">
              <a:solidFill>
                <a:srgbClr val="2D3748"/>
              </a:solidFill>
              <a:effectLst/>
            </a:endParaRPr>
          </a:p>
          <a:p>
            <a:pPr lvl="4" algn="just">
              <a:lnSpc>
                <a:spcPct val="150000"/>
              </a:lnSpc>
              <a:buFont typeface="+mj-lt"/>
              <a:buAutoNum type="arabicPeriod"/>
            </a:pPr>
            <a:r>
              <a:rPr lang="en-US" sz="1600" b="0" i="0" dirty="0">
                <a:solidFill>
                  <a:srgbClr val="2D3748"/>
                </a:solidFill>
                <a:effectLst/>
              </a:rPr>
              <a:t>Planning and Preparation</a:t>
            </a:r>
          </a:p>
          <a:p>
            <a:pPr lvl="4" algn="just">
              <a:lnSpc>
                <a:spcPct val="150000"/>
              </a:lnSpc>
              <a:buFont typeface="+mj-lt"/>
              <a:buAutoNum type="arabicPeriod"/>
            </a:pPr>
            <a:r>
              <a:rPr lang="en-US" sz="1600" b="0" i="0" dirty="0">
                <a:solidFill>
                  <a:srgbClr val="2D3748"/>
                </a:solidFill>
                <a:effectLst/>
              </a:rPr>
              <a:t>Structure Analysis</a:t>
            </a:r>
          </a:p>
          <a:p>
            <a:pPr lvl="4" algn="just">
              <a:lnSpc>
                <a:spcPct val="150000"/>
              </a:lnSpc>
              <a:buFont typeface="+mj-lt"/>
              <a:buAutoNum type="arabicPeriod"/>
            </a:pPr>
            <a:r>
              <a:rPr lang="en-US" sz="1600" b="0" i="0" dirty="0">
                <a:solidFill>
                  <a:srgbClr val="2D3748"/>
                </a:solidFill>
                <a:effectLst/>
              </a:rPr>
              <a:t>Function Analysis</a:t>
            </a:r>
          </a:p>
          <a:p>
            <a:pPr lvl="4" algn="just">
              <a:lnSpc>
                <a:spcPct val="150000"/>
              </a:lnSpc>
              <a:buFont typeface="+mj-lt"/>
              <a:buAutoNum type="arabicPeriod"/>
            </a:pPr>
            <a:r>
              <a:rPr lang="en-US" sz="1600" b="0" i="0" dirty="0">
                <a:solidFill>
                  <a:srgbClr val="2D3748"/>
                </a:solidFill>
                <a:effectLst/>
              </a:rPr>
              <a:t>Failure Analysis</a:t>
            </a:r>
          </a:p>
          <a:p>
            <a:pPr lvl="4" algn="just">
              <a:lnSpc>
                <a:spcPct val="150000"/>
              </a:lnSpc>
              <a:buFont typeface="+mj-lt"/>
              <a:buAutoNum type="arabicPeriod"/>
            </a:pPr>
            <a:r>
              <a:rPr lang="en-US" sz="1600" b="0" i="0" dirty="0">
                <a:solidFill>
                  <a:srgbClr val="2D3748"/>
                </a:solidFill>
                <a:effectLst/>
              </a:rPr>
              <a:t>Risk Analysis</a:t>
            </a:r>
          </a:p>
          <a:p>
            <a:pPr lvl="4" algn="just">
              <a:lnSpc>
                <a:spcPct val="150000"/>
              </a:lnSpc>
              <a:buFont typeface="+mj-lt"/>
              <a:buAutoNum type="arabicPeriod"/>
            </a:pPr>
            <a:r>
              <a:rPr lang="en-US" sz="1600" b="0" i="0" dirty="0">
                <a:solidFill>
                  <a:srgbClr val="2D3748"/>
                </a:solidFill>
                <a:effectLst/>
              </a:rPr>
              <a:t>Optimization</a:t>
            </a:r>
          </a:p>
          <a:p>
            <a:pPr lvl="4" algn="just">
              <a:lnSpc>
                <a:spcPct val="150000"/>
              </a:lnSpc>
              <a:buFont typeface="+mj-lt"/>
              <a:buAutoNum type="arabicPeriod"/>
            </a:pPr>
            <a:r>
              <a:rPr lang="en-US" sz="1600" b="0" i="0" dirty="0">
                <a:solidFill>
                  <a:srgbClr val="2D3748"/>
                </a:solidFill>
                <a:effectLst/>
              </a:rPr>
              <a:t>Results Documentation</a:t>
            </a:r>
          </a:p>
          <a:p>
            <a:endParaRPr lang="en-US" dirty="0"/>
          </a:p>
        </p:txBody>
      </p:sp>
      <p:sp>
        <p:nvSpPr>
          <p:cNvPr id="3" name="Title 2">
            <a:extLst>
              <a:ext uri="{FF2B5EF4-FFF2-40B4-BE49-F238E27FC236}">
                <a16:creationId xmlns:a16="http://schemas.microsoft.com/office/drawing/2014/main" id="{DD609EAC-7695-8512-635D-5FCE76486AA8}"/>
              </a:ext>
            </a:extLst>
          </p:cNvPr>
          <p:cNvSpPr>
            <a:spLocks noGrp="1"/>
          </p:cNvSpPr>
          <p:nvPr>
            <p:ph type="title"/>
          </p:nvPr>
        </p:nvSpPr>
        <p:spPr>
          <a:xfrm>
            <a:off x="488947" y="347184"/>
            <a:ext cx="11224684" cy="800219"/>
          </a:xfrm>
        </p:spPr>
        <p:txBody>
          <a:bodyPr/>
          <a:lstStyle/>
          <a:p>
            <a:r>
              <a:rPr lang="en-US" b="1" dirty="0"/>
              <a:t>The 7 step approach in  Process-</a:t>
            </a:r>
            <a:r>
              <a:rPr lang="en-US" b="1" dirty="0" err="1"/>
              <a:t>fmea</a:t>
            </a:r>
            <a:br>
              <a:rPr lang="en-US" b="1" dirty="0"/>
            </a:br>
            <a:endParaRPr lang="en-US" dirty="0"/>
          </a:p>
        </p:txBody>
      </p:sp>
      <p:pic>
        <p:nvPicPr>
          <p:cNvPr id="7" name="Picture 6">
            <a:extLst>
              <a:ext uri="{FF2B5EF4-FFF2-40B4-BE49-F238E27FC236}">
                <a16:creationId xmlns:a16="http://schemas.microsoft.com/office/drawing/2014/main" id="{293E1A76-CFED-6990-9AAE-0A25E040A2DD}"/>
              </a:ext>
            </a:extLst>
          </p:cNvPr>
          <p:cNvPicPr>
            <a:picLocks noChangeAspect="1"/>
          </p:cNvPicPr>
          <p:nvPr/>
        </p:nvPicPr>
        <p:blipFill>
          <a:blip r:embed="rId2"/>
          <a:srcRect t="17647"/>
          <a:stretch/>
        </p:blipFill>
        <p:spPr>
          <a:xfrm>
            <a:off x="1152715" y="1353312"/>
            <a:ext cx="7820025" cy="1419796"/>
          </a:xfrm>
          <a:prstGeom prst="rect">
            <a:avLst/>
          </a:prstGeom>
        </p:spPr>
      </p:pic>
    </p:spTree>
    <p:extLst>
      <p:ext uri="{BB962C8B-B14F-4D97-AF65-F5344CB8AC3E}">
        <p14:creationId xmlns:p14="http://schemas.microsoft.com/office/powerpoint/2010/main" val="2756928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3CD9D1-4567-6CA6-4CE7-D5FFF2A3D0BE}"/>
              </a:ext>
            </a:extLst>
          </p:cNvPr>
          <p:cNvSpPr>
            <a:spLocks noGrp="1"/>
          </p:cNvSpPr>
          <p:nvPr>
            <p:ph sz="quarter" idx="10"/>
          </p:nvPr>
        </p:nvSpPr>
        <p:spPr>
          <a:xfrm>
            <a:off x="543811" y="1075605"/>
            <a:ext cx="10886189" cy="4894792"/>
          </a:xfrm>
        </p:spPr>
        <p:txBody>
          <a:bodyPr/>
          <a:lstStyle/>
          <a:p>
            <a:pPr algn="l"/>
            <a:r>
              <a:rPr lang="en-US" b="1" i="0" dirty="0">
                <a:solidFill>
                  <a:srgbClr val="272E69"/>
                </a:solidFill>
                <a:effectLst/>
              </a:rPr>
              <a:t>Step 1: Planning and Preparation</a:t>
            </a:r>
          </a:p>
          <a:p>
            <a:pPr lvl="1">
              <a:buFont typeface="Arial" panose="020B0604020202020204" pitchFamily="34" charset="0"/>
              <a:buChar char="•"/>
            </a:pPr>
            <a:r>
              <a:rPr lang="en-US" b="0" i="0" dirty="0">
                <a:solidFill>
                  <a:srgbClr val="2D3748"/>
                </a:solidFill>
                <a:effectLst/>
              </a:rPr>
              <a:t>The PFMEA study starts with a purposeful and careful definition of the scope.</a:t>
            </a:r>
          </a:p>
          <a:p>
            <a:pPr lvl="1">
              <a:buFont typeface="Arial" panose="020B0604020202020204" pitchFamily="34" charset="0"/>
              <a:buChar char="•"/>
            </a:pPr>
            <a:r>
              <a:rPr lang="en-US" b="0" i="0" dirty="0">
                <a:solidFill>
                  <a:srgbClr val="2D3748"/>
                </a:solidFill>
                <a:effectLst/>
              </a:rPr>
              <a:t>The management team is responsible for setting the scope of the study.</a:t>
            </a:r>
          </a:p>
          <a:p>
            <a:pPr algn="l">
              <a:buFont typeface="Arial" panose="020B0604020202020204" pitchFamily="34" charset="0"/>
              <a:buChar char="•"/>
            </a:pPr>
            <a:endParaRPr lang="en-US" dirty="0"/>
          </a:p>
          <a:p>
            <a:r>
              <a:rPr lang="en-US" b="1" i="0" dirty="0">
                <a:solidFill>
                  <a:srgbClr val="272E69"/>
                </a:solidFill>
                <a:effectLst/>
              </a:rPr>
              <a:t>Step 2: Structure Analysis</a:t>
            </a:r>
          </a:p>
          <a:p>
            <a:pPr lvl="1">
              <a:buFont typeface="Arial" panose="020B0604020202020204" pitchFamily="34" charset="0"/>
              <a:buChar char="•"/>
            </a:pPr>
            <a:r>
              <a:rPr lang="en-US" b="0" i="0" dirty="0">
                <a:solidFill>
                  <a:srgbClr val="2D3748"/>
                </a:solidFill>
                <a:effectLst/>
              </a:rPr>
              <a:t>Structure Analysis is used to identify and breakdown the </a:t>
            </a:r>
            <a:r>
              <a:rPr lang="en-US" b="0" i="0" dirty="0" err="1">
                <a:solidFill>
                  <a:srgbClr val="2D3748"/>
                </a:solidFill>
                <a:effectLst/>
              </a:rPr>
              <a:t>the</a:t>
            </a:r>
            <a:r>
              <a:rPr lang="en-US" b="0" i="0" dirty="0">
                <a:solidFill>
                  <a:srgbClr val="2D3748"/>
                </a:solidFill>
                <a:effectLst/>
              </a:rPr>
              <a:t> process into its sequential steps, interfaces and logistical elements.</a:t>
            </a:r>
          </a:p>
          <a:p>
            <a:pPr lvl="1">
              <a:buFont typeface="Arial" panose="020B0604020202020204" pitchFamily="34" charset="0"/>
              <a:buChar char="•"/>
            </a:pPr>
            <a:endParaRPr lang="en-US" dirty="0">
              <a:solidFill>
                <a:srgbClr val="2D3748"/>
              </a:solidFill>
            </a:endParaRPr>
          </a:p>
          <a:p>
            <a:pPr lvl="1">
              <a:buFont typeface="Arial" panose="020B0604020202020204" pitchFamily="34" charset="0"/>
              <a:buChar char="•"/>
            </a:pPr>
            <a:endParaRPr lang="en-US" b="0" i="0" dirty="0">
              <a:solidFill>
                <a:srgbClr val="2D3748"/>
              </a:solidFill>
              <a:effectLst/>
            </a:endParaRPr>
          </a:p>
          <a:p>
            <a:pPr lvl="1">
              <a:buFont typeface="Arial" panose="020B0604020202020204" pitchFamily="34" charset="0"/>
              <a:buChar char="•"/>
            </a:pPr>
            <a:endParaRPr lang="en-US" dirty="0">
              <a:solidFill>
                <a:srgbClr val="2D3748"/>
              </a:solidFill>
            </a:endParaRPr>
          </a:p>
          <a:p>
            <a:pPr lvl="1">
              <a:buFont typeface="Arial" panose="020B0604020202020204" pitchFamily="34" charset="0"/>
              <a:buChar char="•"/>
            </a:pPr>
            <a:endParaRPr lang="en-US" b="0" i="0" dirty="0">
              <a:solidFill>
                <a:srgbClr val="2D3748"/>
              </a:solidFill>
              <a:effectLst/>
            </a:endParaRPr>
          </a:p>
          <a:p>
            <a:pPr lvl="1">
              <a:buFont typeface="Arial" panose="020B0604020202020204" pitchFamily="34" charset="0"/>
              <a:buChar char="•"/>
            </a:pPr>
            <a:r>
              <a:rPr lang="en-US" b="0" i="0" dirty="0">
                <a:solidFill>
                  <a:srgbClr val="2D3748"/>
                </a:solidFill>
                <a:effectLst/>
              </a:rPr>
              <a:t>The Structure Analysis uses the boundaries set by the definition of scope in Step 1 to identify each step, interface and logistical element of the process under study.</a:t>
            </a:r>
          </a:p>
          <a:p>
            <a:pPr lvl="1">
              <a:buFont typeface="Arial" panose="020B0604020202020204" pitchFamily="34" charset="0"/>
              <a:buChar char="•"/>
            </a:pPr>
            <a:r>
              <a:rPr lang="en-US" b="0" i="0" dirty="0">
                <a:solidFill>
                  <a:srgbClr val="2D3748"/>
                </a:solidFill>
                <a:effectLst/>
              </a:rPr>
              <a:t>Structure Analysis consists of three expanded columns whose purpose is to facilitate a thorough understanding of the process. Start with the Focus Element in the “middle column,” then identify the Process of which the Focus Element is a part and finally identify all Process Work Elements of the Focus Element.</a:t>
            </a:r>
          </a:p>
        </p:txBody>
      </p:sp>
      <p:sp>
        <p:nvSpPr>
          <p:cNvPr id="3" name="Title 2">
            <a:extLst>
              <a:ext uri="{FF2B5EF4-FFF2-40B4-BE49-F238E27FC236}">
                <a16:creationId xmlns:a16="http://schemas.microsoft.com/office/drawing/2014/main" id="{526370B4-D65D-B51E-2E4B-4807BFC56FC1}"/>
              </a:ext>
            </a:extLst>
          </p:cNvPr>
          <p:cNvSpPr>
            <a:spLocks noGrp="1"/>
          </p:cNvSpPr>
          <p:nvPr>
            <p:ph type="title"/>
          </p:nvPr>
        </p:nvSpPr>
        <p:spPr/>
        <p:txBody>
          <a:bodyPr/>
          <a:lstStyle/>
          <a:p>
            <a:r>
              <a:rPr lang="en-US" b="1" dirty="0"/>
              <a:t>THE 7 STEP APPROACH</a:t>
            </a:r>
          </a:p>
        </p:txBody>
      </p:sp>
      <p:pic>
        <p:nvPicPr>
          <p:cNvPr id="10" name="Picture 9">
            <a:extLst>
              <a:ext uri="{FF2B5EF4-FFF2-40B4-BE49-F238E27FC236}">
                <a16:creationId xmlns:a16="http://schemas.microsoft.com/office/drawing/2014/main" id="{84B1901C-B9A0-CE15-541A-F58AF1B15588}"/>
              </a:ext>
            </a:extLst>
          </p:cNvPr>
          <p:cNvPicPr>
            <a:picLocks noChangeAspect="1"/>
          </p:cNvPicPr>
          <p:nvPr/>
        </p:nvPicPr>
        <p:blipFill>
          <a:blip r:embed="rId2"/>
          <a:stretch>
            <a:fillRect/>
          </a:stretch>
        </p:blipFill>
        <p:spPr>
          <a:xfrm>
            <a:off x="3495165" y="3429000"/>
            <a:ext cx="4762500" cy="1333500"/>
          </a:xfrm>
          <a:prstGeom prst="rect">
            <a:avLst/>
          </a:prstGeom>
        </p:spPr>
      </p:pic>
    </p:spTree>
    <p:extLst>
      <p:ext uri="{BB962C8B-B14F-4D97-AF65-F5344CB8AC3E}">
        <p14:creationId xmlns:p14="http://schemas.microsoft.com/office/powerpoint/2010/main" val="21175493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9D9FE6-DC62-5AC5-817C-075BF3145A98}"/>
              </a:ext>
            </a:extLst>
          </p:cNvPr>
          <p:cNvSpPr>
            <a:spLocks noGrp="1"/>
          </p:cNvSpPr>
          <p:nvPr>
            <p:ph sz="quarter" idx="10"/>
          </p:nvPr>
        </p:nvSpPr>
        <p:spPr>
          <a:xfrm>
            <a:off x="543811" y="1057317"/>
            <a:ext cx="10639301" cy="4894792"/>
          </a:xfrm>
        </p:spPr>
        <p:txBody>
          <a:bodyPr/>
          <a:lstStyle/>
          <a:p>
            <a:pPr>
              <a:lnSpc>
                <a:spcPct val="150000"/>
              </a:lnSpc>
            </a:pPr>
            <a:r>
              <a:rPr lang="en-US" b="1" i="0" dirty="0">
                <a:solidFill>
                  <a:srgbClr val="272E69"/>
                </a:solidFill>
                <a:effectLst/>
              </a:rPr>
              <a:t>Step 3: Function Analysis</a:t>
            </a:r>
          </a:p>
          <a:p>
            <a:pPr lvl="1">
              <a:lnSpc>
                <a:spcPct val="150000"/>
              </a:lnSpc>
              <a:buFont typeface="Arial" panose="020B0604020202020204" pitchFamily="34" charset="0"/>
              <a:buChar char="•"/>
            </a:pPr>
            <a:r>
              <a:rPr lang="en-US" b="0" i="0" dirty="0">
                <a:solidFill>
                  <a:srgbClr val="2D3748"/>
                </a:solidFill>
                <a:effectLst/>
              </a:rPr>
              <a:t>Think of the Function Analysis step as exploring what the product should be doing and what the overall process (and each of its steps) should be doing and how that functionality is facilitated.</a:t>
            </a:r>
          </a:p>
          <a:p>
            <a:pPr lvl="1">
              <a:lnSpc>
                <a:spcPct val="150000"/>
              </a:lnSpc>
              <a:buFont typeface="Arial" panose="020B0604020202020204" pitchFamily="34" charset="0"/>
              <a:buChar char="•"/>
            </a:pPr>
            <a:r>
              <a:rPr lang="en-US" b="0" i="0" dirty="0">
                <a:solidFill>
                  <a:srgbClr val="2D3748"/>
                </a:solidFill>
                <a:effectLst/>
              </a:rPr>
              <a:t>Using the Structure Analysis developed in Step 2, each element is analyzed separately in terms of its function(s) and corresponding requirement(s).</a:t>
            </a:r>
          </a:p>
          <a:p>
            <a:pPr lvl="1">
              <a:lnSpc>
                <a:spcPct val="150000"/>
              </a:lnSpc>
              <a:buFont typeface="Arial" panose="020B0604020202020204" pitchFamily="34" charset="0"/>
              <a:buChar char="•"/>
            </a:pPr>
            <a:r>
              <a:rPr lang="en-US" dirty="0"/>
              <a:t>Association of characteristics to functions</a:t>
            </a:r>
          </a:p>
          <a:p>
            <a:pPr lvl="1">
              <a:lnSpc>
                <a:spcPct val="150000"/>
              </a:lnSpc>
              <a:buFont typeface="Arial" panose="020B0604020202020204" pitchFamily="34" charset="0"/>
              <a:buChar char="•"/>
            </a:pPr>
            <a:r>
              <a:rPr lang="en-US" dirty="0"/>
              <a:t>Tools: </a:t>
            </a:r>
          </a:p>
          <a:p>
            <a:pPr lvl="4">
              <a:lnSpc>
                <a:spcPct val="150000"/>
              </a:lnSpc>
              <a:buFont typeface="Arial" panose="020B0604020202020204" pitchFamily="34" charset="0"/>
              <a:buChar char="•"/>
            </a:pPr>
            <a:r>
              <a:rPr lang="en-US" dirty="0"/>
              <a:t>Function analysis tree</a:t>
            </a:r>
          </a:p>
          <a:p>
            <a:pPr lvl="4">
              <a:lnSpc>
                <a:spcPct val="150000"/>
              </a:lnSpc>
              <a:buFont typeface="Arial" panose="020B0604020202020204" pitchFamily="34" charset="0"/>
              <a:buChar char="•"/>
            </a:pPr>
            <a:r>
              <a:rPr lang="en-US" dirty="0"/>
              <a:t>Parameter diagram</a:t>
            </a:r>
          </a:p>
          <a:p>
            <a:pPr lvl="3">
              <a:buFont typeface="Arial" panose="020B0604020202020204" pitchFamily="34" charset="0"/>
              <a:buChar char="•"/>
            </a:pPr>
            <a:endParaRPr lang="en-US" b="0" i="0" dirty="0">
              <a:solidFill>
                <a:srgbClr val="2D3748"/>
              </a:solidFill>
              <a:effectLst/>
              <a:latin typeface="Archivo"/>
            </a:endParaRPr>
          </a:p>
          <a:p>
            <a:endParaRPr lang="en-US" dirty="0"/>
          </a:p>
        </p:txBody>
      </p:sp>
      <p:sp>
        <p:nvSpPr>
          <p:cNvPr id="3" name="Title 2">
            <a:extLst>
              <a:ext uri="{FF2B5EF4-FFF2-40B4-BE49-F238E27FC236}">
                <a16:creationId xmlns:a16="http://schemas.microsoft.com/office/drawing/2014/main" id="{CFC650D2-526B-5691-83DA-E4B127CE0A29}"/>
              </a:ext>
            </a:extLst>
          </p:cNvPr>
          <p:cNvSpPr>
            <a:spLocks noGrp="1"/>
          </p:cNvSpPr>
          <p:nvPr>
            <p:ph type="title"/>
          </p:nvPr>
        </p:nvSpPr>
        <p:spPr/>
        <p:txBody>
          <a:bodyPr/>
          <a:lstStyle/>
          <a:p>
            <a:r>
              <a:rPr lang="en-US" b="1" dirty="0"/>
              <a:t>THE 7 STEP APPROACH</a:t>
            </a:r>
          </a:p>
        </p:txBody>
      </p:sp>
      <p:pic>
        <p:nvPicPr>
          <p:cNvPr id="10" name="Picture 9">
            <a:extLst>
              <a:ext uri="{FF2B5EF4-FFF2-40B4-BE49-F238E27FC236}">
                <a16:creationId xmlns:a16="http://schemas.microsoft.com/office/drawing/2014/main" id="{94E66271-6F23-B382-4F44-713FCCD37DE4}"/>
              </a:ext>
            </a:extLst>
          </p:cNvPr>
          <p:cNvPicPr>
            <a:picLocks noChangeAspect="1"/>
          </p:cNvPicPr>
          <p:nvPr/>
        </p:nvPicPr>
        <p:blipFill>
          <a:blip r:embed="rId2"/>
          <a:stretch>
            <a:fillRect/>
          </a:stretch>
        </p:blipFill>
        <p:spPr>
          <a:xfrm>
            <a:off x="6804311" y="3504713"/>
            <a:ext cx="3587575" cy="247418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600039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4B7A74-414A-2FFD-0BC8-F6F2E55B10C6}"/>
              </a:ext>
            </a:extLst>
          </p:cNvPr>
          <p:cNvSpPr>
            <a:spLocks noGrp="1"/>
          </p:cNvSpPr>
          <p:nvPr>
            <p:ph sz="quarter" idx="10"/>
          </p:nvPr>
        </p:nvSpPr>
        <p:spPr>
          <a:xfrm>
            <a:off x="571243" y="1057317"/>
            <a:ext cx="11078213" cy="4894792"/>
          </a:xfrm>
        </p:spPr>
        <p:txBody>
          <a:bodyPr/>
          <a:lstStyle/>
          <a:p>
            <a:pPr>
              <a:lnSpc>
                <a:spcPct val="150000"/>
              </a:lnSpc>
            </a:pPr>
            <a:r>
              <a:rPr lang="en-US" b="1" i="0" dirty="0">
                <a:solidFill>
                  <a:srgbClr val="002060"/>
                </a:solidFill>
                <a:effectLst/>
              </a:rPr>
              <a:t>Step 4: Failure Analysis</a:t>
            </a:r>
          </a:p>
          <a:p>
            <a:pPr lvl="1">
              <a:lnSpc>
                <a:spcPct val="150000"/>
              </a:lnSpc>
              <a:buFont typeface="Arial" panose="020B0604020202020204" pitchFamily="34" charset="0"/>
              <a:buChar char="•"/>
            </a:pPr>
            <a:r>
              <a:rPr lang="en-US" b="0" i="0" dirty="0">
                <a:solidFill>
                  <a:srgbClr val="2D3748"/>
                </a:solidFill>
                <a:effectLst/>
              </a:rPr>
              <a:t>In Step 4, the concept of a “Failure Chain” is used to visualize failures as part of three links of a chain.</a:t>
            </a:r>
          </a:p>
          <a:p>
            <a:pPr lvl="1">
              <a:lnSpc>
                <a:spcPct val="150000"/>
              </a:lnSpc>
              <a:buFont typeface="Arial" panose="020B0604020202020204" pitchFamily="34" charset="0"/>
              <a:buChar char="•"/>
            </a:pPr>
            <a:r>
              <a:rPr lang="en-US" b="0" i="0" dirty="0">
                <a:solidFill>
                  <a:srgbClr val="2D3748"/>
                </a:solidFill>
                <a:effectLst/>
              </a:rPr>
              <a:t>The Failure Chain is comprised of the Failure Mode (FM), the corresponding Failure Effect (FE) and the Failure Cause (FC).</a:t>
            </a:r>
          </a:p>
          <a:p>
            <a:pPr marL="190800" lvl="1" indent="0">
              <a:lnSpc>
                <a:spcPct val="150000"/>
              </a:lnSpc>
              <a:buNone/>
            </a:pPr>
            <a:endParaRPr lang="en-US" dirty="0"/>
          </a:p>
          <a:p>
            <a:pPr lvl="1">
              <a:lnSpc>
                <a:spcPct val="150000"/>
              </a:lnSpc>
            </a:pPr>
            <a:endParaRPr lang="en-US" dirty="0"/>
          </a:p>
          <a:p>
            <a:pPr lvl="1">
              <a:lnSpc>
                <a:spcPct val="150000"/>
              </a:lnSpc>
              <a:buFont typeface="Arial" panose="020B0604020202020204" pitchFamily="34" charset="0"/>
              <a:buChar char="•"/>
            </a:pPr>
            <a:r>
              <a:rPr lang="en-US" b="0" i="0" dirty="0">
                <a:solidFill>
                  <a:srgbClr val="2D3748"/>
                </a:solidFill>
                <a:effectLst/>
              </a:rPr>
              <a:t>A Failure Mode represents any manner in which an item (the Focus Element) could fail to meet its intended function.</a:t>
            </a:r>
          </a:p>
          <a:p>
            <a:pPr lvl="1">
              <a:lnSpc>
                <a:spcPct val="150000"/>
              </a:lnSpc>
              <a:buFont typeface="Arial" panose="020B0604020202020204" pitchFamily="34" charset="0"/>
              <a:buChar char="•"/>
            </a:pPr>
            <a:r>
              <a:rPr lang="en-US" b="0" i="0" dirty="0">
                <a:solidFill>
                  <a:srgbClr val="2D3748"/>
                </a:solidFill>
                <a:effectLst/>
              </a:rPr>
              <a:t>A Failure Cause is an indication of why a Failure Mode could occur.</a:t>
            </a:r>
          </a:p>
          <a:p>
            <a:pPr lvl="1">
              <a:lnSpc>
                <a:spcPct val="150000"/>
              </a:lnSpc>
              <a:buFont typeface="Arial" panose="020B0604020202020204" pitchFamily="34" charset="0"/>
              <a:buChar char="•"/>
            </a:pPr>
            <a:r>
              <a:rPr lang="en-US" b="0" i="0" dirty="0">
                <a:solidFill>
                  <a:srgbClr val="2D3748"/>
                </a:solidFill>
                <a:effectLst/>
              </a:rPr>
              <a:t>Analyzing failures involves identifying how the Focus Elements detailed during the Structure Analysis may fail to perform intended functions documented by the Function Analysis.</a:t>
            </a:r>
          </a:p>
          <a:p>
            <a:pPr lvl="1">
              <a:lnSpc>
                <a:spcPct val="150000"/>
              </a:lnSpc>
              <a:buFont typeface="Arial" panose="020B0604020202020204" pitchFamily="34" charset="0"/>
              <a:buChar char="•"/>
            </a:pPr>
            <a:r>
              <a:rPr lang="en-US" b="0" i="0" dirty="0">
                <a:solidFill>
                  <a:srgbClr val="2D3748"/>
                </a:solidFill>
                <a:effectLst/>
              </a:rPr>
              <a:t>Determining potential causes is at the heart of a PFMEA</a:t>
            </a:r>
            <a:r>
              <a:rPr lang="en-US" b="0" i="0" dirty="0">
                <a:solidFill>
                  <a:srgbClr val="2D3748"/>
                </a:solidFill>
                <a:effectLst/>
                <a:latin typeface="Archivo"/>
              </a:rPr>
              <a:t>.</a:t>
            </a:r>
          </a:p>
          <a:p>
            <a:endParaRPr lang="en-US" dirty="0"/>
          </a:p>
        </p:txBody>
      </p:sp>
      <p:sp>
        <p:nvSpPr>
          <p:cNvPr id="3" name="Title 2">
            <a:extLst>
              <a:ext uri="{FF2B5EF4-FFF2-40B4-BE49-F238E27FC236}">
                <a16:creationId xmlns:a16="http://schemas.microsoft.com/office/drawing/2014/main" id="{D22091BF-7CB9-AFB6-EB99-F3523455AD13}"/>
              </a:ext>
            </a:extLst>
          </p:cNvPr>
          <p:cNvSpPr>
            <a:spLocks noGrp="1"/>
          </p:cNvSpPr>
          <p:nvPr>
            <p:ph type="title"/>
          </p:nvPr>
        </p:nvSpPr>
        <p:spPr/>
        <p:txBody>
          <a:bodyPr/>
          <a:lstStyle/>
          <a:p>
            <a:r>
              <a:rPr lang="en-US" b="1" dirty="0"/>
              <a:t>The 7 step approach</a:t>
            </a:r>
          </a:p>
        </p:txBody>
      </p:sp>
      <p:pic>
        <p:nvPicPr>
          <p:cNvPr id="6" name="Picture 5">
            <a:extLst>
              <a:ext uri="{FF2B5EF4-FFF2-40B4-BE49-F238E27FC236}">
                <a16:creationId xmlns:a16="http://schemas.microsoft.com/office/drawing/2014/main" id="{7AFE2DCA-5BCA-487D-3CCB-CBA9C44FCD00}"/>
              </a:ext>
            </a:extLst>
          </p:cNvPr>
          <p:cNvPicPr>
            <a:picLocks noChangeAspect="1"/>
          </p:cNvPicPr>
          <p:nvPr/>
        </p:nvPicPr>
        <p:blipFill>
          <a:blip r:embed="rId2"/>
          <a:stretch>
            <a:fillRect/>
          </a:stretch>
        </p:blipFill>
        <p:spPr>
          <a:xfrm>
            <a:off x="3486912" y="2775288"/>
            <a:ext cx="3810000" cy="1038225"/>
          </a:xfrm>
          <a:prstGeom prst="rect">
            <a:avLst/>
          </a:prstGeom>
        </p:spPr>
      </p:pic>
    </p:spTree>
    <p:extLst>
      <p:ext uri="{BB962C8B-B14F-4D97-AF65-F5344CB8AC3E}">
        <p14:creationId xmlns:p14="http://schemas.microsoft.com/office/powerpoint/2010/main" val="38009392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0F72A5-F2D9-C24A-978A-329759304F67}"/>
              </a:ext>
            </a:extLst>
          </p:cNvPr>
          <p:cNvSpPr>
            <a:spLocks noGrp="1"/>
          </p:cNvSpPr>
          <p:nvPr>
            <p:ph type="title"/>
          </p:nvPr>
        </p:nvSpPr>
        <p:spPr/>
        <p:txBody>
          <a:bodyPr/>
          <a:lstStyle/>
          <a:p>
            <a:r>
              <a:rPr lang="en-US" b="1" dirty="0"/>
              <a:t>The 7 step approach</a:t>
            </a:r>
            <a:endParaRPr lang="en-US" dirty="0"/>
          </a:p>
        </p:txBody>
      </p:sp>
      <p:sp>
        <p:nvSpPr>
          <p:cNvPr id="6" name="Rectangle 2">
            <a:extLst>
              <a:ext uri="{FF2B5EF4-FFF2-40B4-BE49-F238E27FC236}">
                <a16:creationId xmlns:a16="http://schemas.microsoft.com/office/drawing/2014/main" id="{3041C4D9-FD6E-954F-10A4-CDA33BD02975}"/>
              </a:ext>
            </a:extLst>
          </p:cNvPr>
          <p:cNvSpPr>
            <a:spLocks noGrp="1" noChangeArrowheads="1"/>
          </p:cNvSpPr>
          <p:nvPr>
            <p:ph sz="quarter" idx="10"/>
          </p:nvPr>
        </p:nvSpPr>
        <p:spPr bwMode="auto">
          <a:xfrm>
            <a:off x="588963" y="904706"/>
            <a:ext cx="9118843"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buClrTx/>
            </a:pPr>
            <a:r>
              <a:rPr lang="en-US" b="1" dirty="0">
                <a:solidFill>
                  <a:srgbClr val="002060"/>
                </a:solidFill>
              </a:rPr>
              <a:t>Step 5: Risk Analysis </a:t>
            </a:r>
          </a:p>
          <a:p>
            <a:pPr marL="190800" lvl="1" indent="0" eaLnBrk="0" fontAlgn="base" hangingPunct="0">
              <a:lnSpc>
                <a:spcPct val="150000"/>
              </a:lnSpc>
              <a:spcBef>
                <a:spcPct val="0"/>
              </a:spcBef>
              <a:spcAft>
                <a:spcPct val="0"/>
              </a:spcAft>
              <a:buClrTx/>
              <a:buFontTx/>
              <a:buChar char="•"/>
            </a:pPr>
            <a:r>
              <a:rPr kumimoji="0" lang="en-US" altLang="en-US" i="0" u="none" strike="noStrike" cap="none" normalizeH="0" baseline="0" dirty="0">
                <a:ln>
                  <a:noFill/>
                </a:ln>
                <a:solidFill>
                  <a:schemeClr val="tx1"/>
                </a:solidFill>
                <a:effectLst/>
              </a:rPr>
              <a:t>Evaluate S-O-D: Assess Severity, Occurrence, and Detection for each failure chain.</a:t>
            </a:r>
          </a:p>
          <a:p>
            <a:pPr marL="190800" lvl="1" indent="0" eaLnBrk="0" fontAlgn="base" hangingPunct="0">
              <a:lnSpc>
                <a:spcPct val="150000"/>
              </a:lnSpc>
              <a:spcBef>
                <a:spcPct val="0"/>
              </a:spcBef>
              <a:spcAft>
                <a:spcPct val="0"/>
              </a:spcAft>
              <a:buClrTx/>
              <a:buFontTx/>
              <a:buChar char="•"/>
            </a:pPr>
            <a:r>
              <a:rPr kumimoji="0" lang="en-US" altLang="en-US" i="0" u="none" strike="noStrike" cap="none" normalizeH="0" baseline="0" dirty="0">
                <a:ln>
                  <a:noFill/>
                </a:ln>
                <a:solidFill>
                  <a:schemeClr val="tx1"/>
                </a:solidFill>
                <a:effectLst/>
              </a:rPr>
              <a:t>Use AP Tables: Determine Action Priority (High, Medium, Low) based on S-O-D combinations.</a:t>
            </a:r>
          </a:p>
          <a:p>
            <a:pPr marL="190800" lvl="1" indent="0" eaLnBrk="0" fontAlgn="base" hangingPunct="0">
              <a:lnSpc>
                <a:spcPct val="150000"/>
              </a:lnSpc>
              <a:spcBef>
                <a:spcPct val="0"/>
              </a:spcBef>
              <a:spcAft>
                <a:spcPct val="0"/>
              </a:spcAft>
              <a:buClrTx/>
              <a:buFontTx/>
              <a:buChar char="•"/>
            </a:pPr>
            <a:r>
              <a:rPr kumimoji="0" lang="en-US" altLang="en-US" i="0" u="none" strike="noStrike" cap="none" normalizeH="0" baseline="0" dirty="0">
                <a:ln>
                  <a:noFill/>
                </a:ln>
                <a:solidFill>
                  <a:schemeClr val="tx1"/>
                </a:solidFill>
                <a:effectLst/>
              </a:rPr>
              <a:t>Purpose of AP: AP indicates priority for action—not risk level.</a:t>
            </a:r>
          </a:p>
          <a:p>
            <a:pPr marL="190800" lvl="1" indent="0" eaLnBrk="0" fontAlgn="base" hangingPunct="0">
              <a:lnSpc>
                <a:spcPct val="150000"/>
              </a:lnSpc>
              <a:spcBef>
                <a:spcPct val="0"/>
              </a:spcBef>
              <a:spcAft>
                <a:spcPct val="0"/>
              </a:spcAft>
              <a:buClrTx/>
              <a:buFontTx/>
              <a:buChar char="•"/>
            </a:pPr>
            <a:r>
              <a:rPr kumimoji="0" lang="en-US" altLang="en-US" i="0" u="none" strike="noStrike" cap="none" normalizeH="0" baseline="0" dirty="0">
                <a:ln>
                  <a:noFill/>
                </a:ln>
                <a:solidFill>
                  <a:schemeClr val="tx1"/>
                </a:solidFill>
                <a:effectLst/>
              </a:rPr>
              <a:t>Required Actions:</a:t>
            </a:r>
          </a:p>
          <a:p>
            <a:pPr marL="190800" lvl="1" indent="0" eaLnBrk="0" fontAlgn="base" hangingPunct="0">
              <a:lnSpc>
                <a:spcPct val="150000"/>
              </a:lnSpc>
              <a:spcBef>
                <a:spcPct val="0"/>
              </a:spcBef>
              <a:spcAft>
                <a:spcPct val="0"/>
              </a:spcAft>
              <a:buClrTx/>
              <a:buFontTx/>
              <a:buChar char="•"/>
            </a:pPr>
            <a:r>
              <a:rPr kumimoji="0" lang="en-US" altLang="en-US" i="0" u="none" strike="noStrike" cap="none" normalizeH="0" baseline="0" dirty="0">
                <a:ln>
                  <a:noFill/>
                </a:ln>
                <a:solidFill>
                  <a:schemeClr val="tx1"/>
                </a:solidFill>
                <a:effectLst/>
              </a:rPr>
              <a:t>High: Action or justification is mandatory.</a:t>
            </a:r>
          </a:p>
          <a:p>
            <a:pPr marL="190800" lvl="1" indent="0" eaLnBrk="0" fontAlgn="base" hangingPunct="0">
              <a:lnSpc>
                <a:spcPct val="150000"/>
              </a:lnSpc>
              <a:spcBef>
                <a:spcPct val="0"/>
              </a:spcBef>
              <a:spcAft>
                <a:spcPct val="0"/>
              </a:spcAft>
              <a:buClrTx/>
              <a:buFontTx/>
              <a:buChar char="•"/>
            </a:pPr>
            <a:r>
              <a:rPr kumimoji="0" lang="en-US" altLang="en-US" i="0" u="none" strike="noStrike" cap="none" normalizeH="0" baseline="0" dirty="0">
                <a:ln>
                  <a:noFill/>
                </a:ln>
                <a:solidFill>
                  <a:schemeClr val="tx1"/>
                </a:solidFill>
                <a:effectLst/>
              </a:rPr>
              <a:t>Medium: Action or justification is recommended.</a:t>
            </a:r>
          </a:p>
          <a:p>
            <a:pPr marL="190800" lvl="1" indent="0" eaLnBrk="0" fontAlgn="base" hangingPunct="0">
              <a:lnSpc>
                <a:spcPct val="150000"/>
              </a:lnSpc>
              <a:spcBef>
                <a:spcPct val="0"/>
              </a:spcBef>
              <a:spcAft>
                <a:spcPct val="0"/>
              </a:spcAft>
              <a:buClrTx/>
              <a:buFontTx/>
              <a:buChar char="•"/>
            </a:pPr>
            <a:r>
              <a:rPr kumimoji="0" lang="en-US" altLang="en-US" i="0" u="none" strike="noStrike" cap="none" normalizeH="0" baseline="0" dirty="0">
                <a:ln>
                  <a:noFill/>
                </a:ln>
                <a:solidFill>
                  <a:schemeClr val="tx1"/>
                </a:solidFill>
                <a:effectLst/>
              </a:rPr>
              <a:t>Low: Action is optional.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172" name="Picture 4">
            <a:extLst>
              <a:ext uri="{FF2B5EF4-FFF2-40B4-BE49-F238E27FC236}">
                <a16:creationId xmlns:a16="http://schemas.microsoft.com/office/drawing/2014/main" id="{8BFE7456-9AB0-86A4-1DDE-65C35F28E73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232" t="34761" r="3402" b="37328"/>
          <a:stretch/>
        </p:blipFill>
        <p:spPr bwMode="auto">
          <a:xfrm>
            <a:off x="2593974" y="4249271"/>
            <a:ext cx="7004051" cy="18116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3476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FF090DF-6712-1394-BD2E-593705518F89}"/>
              </a:ext>
            </a:extLst>
          </p:cNvPr>
          <p:cNvSpPr>
            <a:spLocks noGrp="1"/>
          </p:cNvSpPr>
          <p:nvPr>
            <p:ph sz="quarter" idx="10"/>
          </p:nvPr>
        </p:nvSpPr>
        <p:spPr>
          <a:xfrm>
            <a:off x="589531" y="1040103"/>
            <a:ext cx="10264397" cy="4894792"/>
          </a:xfrm>
        </p:spPr>
        <p:txBody>
          <a:bodyPr/>
          <a:lstStyle/>
          <a:p>
            <a:pPr>
              <a:lnSpc>
                <a:spcPct val="150000"/>
              </a:lnSpc>
            </a:pPr>
            <a:r>
              <a:rPr lang="en-US" dirty="0"/>
              <a:t>RPN numbers will be replaced with Action Priority. Where RPN counts Severity, Occurrence and Detection equally, Action Priority puts most emphasis on Severity, then Occurrence and lastly Detection</a:t>
            </a:r>
          </a:p>
          <a:p>
            <a:pPr lvl="2">
              <a:lnSpc>
                <a:spcPct val="150000"/>
              </a:lnSpc>
            </a:pPr>
            <a:r>
              <a:rPr lang="en-US" b="1" dirty="0"/>
              <a:t>High (H): </a:t>
            </a:r>
            <a:r>
              <a:rPr lang="en-US" dirty="0"/>
              <a:t>Required to identify appropriate action to improve Prevention and/or Detection Controls; OR justify and document why current controls are adequate  </a:t>
            </a:r>
          </a:p>
          <a:p>
            <a:pPr lvl="2">
              <a:lnSpc>
                <a:spcPct val="150000"/>
              </a:lnSpc>
            </a:pPr>
            <a:r>
              <a:rPr lang="en-US" b="1" dirty="0"/>
              <a:t>Medium (M): </a:t>
            </a:r>
            <a:r>
              <a:rPr lang="en-US" dirty="0"/>
              <a:t>Should identify appropriate actions to improve prevention and/or detection controls; OR, at the discretion of management, justify and document why current controls are adequate </a:t>
            </a:r>
          </a:p>
          <a:p>
            <a:pPr lvl="2">
              <a:lnSpc>
                <a:spcPct val="150000"/>
              </a:lnSpc>
            </a:pPr>
            <a:r>
              <a:rPr lang="en-US" b="1" dirty="0"/>
              <a:t>Low (L): </a:t>
            </a:r>
            <a:r>
              <a:rPr lang="en-US" dirty="0"/>
              <a:t>Could identify actions to improve prevention or detection controls</a:t>
            </a:r>
          </a:p>
        </p:txBody>
      </p:sp>
      <p:sp>
        <p:nvSpPr>
          <p:cNvPr id="3" name="Title 2">
            <a:extLst>
              <a:ext uri="{FF2B5EF4-FFF2-40B4-BE49-F238E27FC236}">
                <a16:creationId xmlns:a16="http://schemas.microsoft.com/office/drawing/2014/main" id="{9B21AC0D-EFF4-86B1-78ED-27E3121B4FA7}"/>
              </a:ext>
            </a:extLst>
          </p:cNvPr>
          <p:cNvSpPr>
            <a:spLocks noGrp="1"/>
          </p:cNvSpPr>
          <p:nvPr>
            <p:ph type="title"/>
          </p:nvPr>
        </p:nvSpPr>
        <p:spPr/>
        <p:txBody>
          <a:bodyPr/>
          <a:lstStyle/>
          <a:p>
            <a:r>
              <a:rPr lang="en-US" b="1" dirty="0"/>
              <a:t>Action priority</a:t>
            </a:r>
          </a:p>
        </p:txBody>
      </p:sp>
      <p:pic>
        <p:nvPicPr>
          <p:cNvPr id="6146" name="Picture 2">
            <a:extLst>
              <a:ext uri="{FF2B5EF4-FFF2-40B4-BE49-F238E27FC236}">
                <a16:creationId xmlns:a16="http://schemas.microsoft.com/office/drawing/2014/main" id="{51D9D430-FA36-52DE-0CAA-AFB34D4F8E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0512" y="4226622"/>
            <a:ext cx="5413026" cy="228419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03BB28F-641E-EE81-5326-9C2A392C96D3}"/>
              </a:ext>
            </a:extLst>
          </p:cNvPr>
          <p:cNvSpPr/>
          <p:nvPr/>
        </p:nvSpPr>
        <p:spPr>
          <a:xfrm>
            <a:off x="2584561" y="4109147"/>
            <a:ext cx="786754" cy="620486"/>
          </a:xfrm>
          <a:prstGeom prst="rect">
            <a:avLst/>
          </a:prstGeom>
          <a:solidFill>
            <a:schemeClr val="bg1"/>
          </a:solidFill>
          <a:ln w="19050">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dirty="0">
              <a:solidFill>
                <a:schemeClr val="tx1"/>
              </a:solidFill>
            </a:endParaRPr>
          </a:p>
        </p:txBody>
      </p:sp>
    </p:spTree>
    <p:extLst>
      <p:ext uri="{BB962C8B-B14F-4D97-AF65-F5344CB8AC3E}">
        <p14:creationId xmlns:p14="http://schemas.microsoft.com/office/powerpoint/2010/main" val="3020413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6C0AA9C-9213-3B04-25BC-E0156139F541}"/>
              </a:ext>
            </a:extLst>
          </p:cNvPr>
          <p:cNvSpPr>
            <a:spLocks noGrp="1"/>
          </p:cNvSpPr>
          <p:nvPr>
            <p:ph sz="quarter" idx="10"/>
          </p:nvPr>
        </p:nvSpPr>
        <p:spPr>
          <a:xfrm>
            <a:off x="562099" y="1057317"/>
            <a:ext cx="11078213" cy="4894792"/>
          </a:xfrm>
        </p:spPr>
        <p:txBody>
          <a:bodyPr/>
          <a:lstStyle/>
          <a:p>
            <a:pPr algn="l">
              <a:lnSpc>
                <a:spcPct val="150000"/>
              </a:lnSpc>
            </a:pPr>
            <a:r>
              <a:rPr lang="en-US" b="1" i="0" dirty="0">
                <a:solidFill>
                  <a:srgbClr val="272E69"/>
                </a:solidFill>
                <a:effectLst/>
              </a:rPr>
              <a:t>Step 6: Optimization</a:t>
            </a:r>
          </a:p>
          <a:p>
            <a:pPr lvl="1">
              <a:lnSpc>
                <a:spcPct val="150000"/>
              </a:lnSpc>
              <a:buFont typeface="Arial" panose="020B0604020202020204" pitchFamily="34" charset="0"/>
              <a:buChar char="•"/>
            </a:pPr>
            <a:r>
              <a:rPr lang="en-US" b="0" i="0" dirty="0">
                <a:solidFill>
                  <a:srgbClr val="2D3748"/>
                </a:solidFill>
                <a:effectLst/>
              </a:rPr>
              <a:t>The primary objective of the Optimization step is to develop actions that reduce risk and increase customer satisfaction by improving the process.</a:t>
            </a:r>
          </a:p>
          <a:p>
            <a:pPr lvl="1">
              <a:lnSpc>
                <a:spcPct val="150000"/>
              </a:lnSpc>
              <a:buFont typeface="Arial" panose="020B0604020202020204" pitchFamily="34" charset="0"/>
              <a:buChar char="•"/>
            </a:pPr>
            <a:r>
              <a:rPr lang="en-US" b="0" i="0" dirty="0">
                <a:solidFill>
                  <a:srgbClr val="2D3748"/>
                </a:solidFill>
                <a:effectLst/>
              </a:rPr>
              <a:t>Most actions will likely involve lowering the likelihood of the occurrence of failure causes or improving detection controls; either approach leads to a more robust process.</a:t>
            </a:r>
          </a:p>
          <a:p>
            <a:pPr algn="l">
              <a:lnSpc>
                <a:spcPct val="150000"/>
              </a:lnSpc>
              <a:buFont typeface="Arial" panose="020B0604020202020204" pitchFamily="34" charset="0"/>
              <a:buChar char="•"/>
            </a:pPr>
            <a:endParaRPr lang="en-US" b="0" i="0" dirty="0">
              <a:solidFill>
                <a:srgbClr val="2D3748"/>
              </a:solidFill>
              <a:effectLst/>
            </a:endParaRPr>
          </a:p>
          <a:p>
            <a:endParaRPr lang="en-US" dirty="0"/>
          </a:p>
        </p:txBody>
      </p:sp>
      <p:sp>
        <p:nvSpPr>
          <p:cNvPr id="3" name="Title 2">
            <a:extLst>
              <a:ext uri="{FF2B5EF4-FFF2-40B4-BE49-F238E27FC236}">
                <a16:creationId xmlns:a16="http://schemas.microsoft.com/office/drawing/2014/main" id="{3E8F878D-CD42-810E-80E7-724EE4020411}"/>
              </a:ext>
            </a:extLst>
          </p:cNvPr>
          <p:cNvSpPr>
            <a:spLocks noGrp="1"/>
          </p:cNvSpPr>
          <p:nvPr>
            <p:ph type="title"/>
          </p:nvPr>
        </p:nvSpPr>
        <p:spPr/>
        <p:txBody>
          <a:bodyPr/>
          <a:lstStyle/>
          <a:p>
            <a:r>
              <a:rPr lang="en-US" b="1" dirty="0"/>
              <a:t>The 7 step approach</a:t>
            </a:r>
            <a:endParaRPr lang="en-US" dirty="0"/>
          </a:p>
        </p:txBody>
      </p:sp>
      <p:pic>
        <p:nvPicPr>
          <p:cNvPr id="5" name="Picture 4">
            <a:extLst>
              <a:ext uri="{FF2B5EF4-FFF2-40B4-BE49-F238E27FC236}">
                <a16:creationId xmlns:a16="http://schemas.microsoft.com/office/drawing/2014/main" id="{7DE20D48-2566-CE9C-A976-C7EF3B72F80A}"/>
              </a:ext>
            </a:extLst>
          </p:cNvPr>
          <p:cNvPicPr>
            <a:picLocks noChangeAspect="1"/>
          </p:cNvPicPr>
          <p:nvPr/>
        </p:nvPicPr>
        <p:blipFill>
          <a:blip r:embed="rId2"/>
          <a:stretch>
            <a:fillRect/>
          </a:stretch>
        </p:blipFill>
        <p:spPr>
          <a:xfrm>
            <a:off x="2228088" y="3429000"/>
            <a:ext cx="6870192" cy="2730601"/>
          </a:xfrm>
          <a:prstGeom prst="rect">
            <a:avLst/>
          </a:prstGeom>
        </p:spPr>
      </p:pic>
    </p:spTree>
    <p:extLst>
      <p:ext uri="{BB962C8B-B14F-4D97-AF65-F5344CB8AC3E}">
        <p14:creationId xmlns:p14="http://schemas.microsoft.com/office/powerpoint/2010/main" val="1380777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9FFDFB-0E9A-E497-B15A-AFE62DF6657C}"/>
              </a:ext>
            </a:extLst>
          </p:cNvPr>
          <p:cNvSpPr>
            <a:spLocks noGrp="1"/>
          </p:cNvSpPr>
          <p:nvPr>
            <p:ph sz="quarter" idx="10"/>
          </p:nvPr>
        </p:nvSpPr>
        <p:spPr>
          <a:xfrm>
            <a:off x="580387" y="1185333"/>
            <a:ext cx="10712453" cy="4894792"/>
          </a:xfrm>
        </p:spPr>
        <p:txBody>
          <a:bodyPr/>
          <a:lstStyle/>
          <a:p>
            <a:pPr algn="l">
              <a:lnSpc>
                <a:spcPct val="150000"/>
              </a:lnSpc>
            </a:pPr>
            <a:r>
              <a:rPr lang="en-US" b="1" i="0" dirty="0">
                <a:solidFill>
                  <a:srgbClr val="272E69"/>
                </a:solidFill>
                <a:effectLst/>
              </a:rPr>
              <a:t>Step 7: Results Documentation</a:t>
            </a:r>
          </a:p>
          <a:p>
            <a:pPr lvl="1">
              <a:lnSpc>
                <a:spcPct val="150000"/>
              </a:lnSpc>
              <a:buFont typeface="Arial" panose="020B0604020202020204" pitchFamily="34" charset="0"/>
              <a:buChar char="•"/>
            </a:pPr>
            <a:r>
              <a:rPr lang="en-US" b="0" i="0" dirty="0">
                <a:solidFill>
                  <a:srgbClr val="2D3748"/>
                </a:solidFill>
                <a:effectLst/>
              </a:rPr>
              <a:t>The results of each FMEA study should be fully documented.</a:t>
            </a:r>
          </a:p>
          <a:p>
            <a:pPr lvl="1">
              <a:lnSpc>
                <a:spcPct val="150000"/>
              </a:lnSpc>
              <a:buFont typeface="Arial" panose="020B0604020202020204" pitchFamily="34" charset="0"/>
              <a:buChar char="•"/>
            </a:pPr>
            <a:r>
              <a:rPr lang="en-US" b="0" i="0" dirty="0">
                <a:solidFill>
                  <a:srgbClr val="2D3748"/>
                </a:solidFill>
                <a:effectLst/>
              </a:rPr>
              <a:t>An FMEA study is not finished until Step 7 has been completed.</a:t>
            </a:r>
          </a:p>
          <a:p>
            <a:pPr lvl="1" fontAlgn="base">
              <a:lnSpc>
                <a:spcPct val="150000"/>
              </a:lnSpc>
            </a:pPr>
            <a:r>
              <a:rPr lang="en-US" b="0" i="0" dirty="0">
                <a:effectLst/>
                <a:latin typeface="system-ui"/>
              </a:rPr>
              <a:t>The FMEA report generally includes:</a:t>
            </a:r>
          </a:p>
          <a:p>
            <a:pPr lvl="2" fontAlgn="base">
              <a:lnSpc>
                <a:spcPct val="150000"/>
              </a:lnSpc>
              <a:buFont typeface="Arial" panose="020B0604020202020204" pitchFamily="34" charset="0"/>
              <a:buChar char="•"/>
            </a:pPr>
            <a:r>
              <a:rPr lang="en-US" b="0" i="0" dirty="0">
                <a:effectLst/>
                <a:latin typeface="BMWGroupTN Condensed" pitchFamily="2" charset="0"/>
                <a:ea typeface="BMWGroupTN Condensed" pitchFamily="2" charset="0"/>
              </a:rPr>
              <a:t>A comparative statement of FMEA analysis results to the team’s original goals. This may include the 5Ts mentioned previously. (Intent, Timing, Team, Task, and Tool)</a:t>
            </a:r>
          </a:p>
          <a:p>
            <a:pPr lvl="2" fontAlgn="base">
              <a:lnSpc>
                <a:spcPct val="150000"/>
              </a:lnSpc>
              <a:buFont typeface="Arial" panose="020B0604020202020204" pitchFamily="34" charset="0"/>
              <a:buChar char="•"/>
            </a:pPr>
            <a:r>
              <a:rPr lang="en-US" b="0" i="0" dirty="0">
                <a:effectLst/>
                <a:latin typeface="BMWGroupTN Condensed" pitchFamily="2" charset="0"/>
                <a:ea typeface="BMWGroupTN Condensed" pitchFamily="2" charset="0"/>
              </a:rPr>
              <a:t>A summary of the scope of the analysis along with identification of new content.</a:t>
            </a:r>
          </a:p>
          <a:p>
            <a:pPr lvl="2" fontAlgn="base">
              <a:lnSpc>
                <a:spcPct val="150000"/>
              </a:lnSpc>
              <a:buFont typeface="Arial" panose="020B0604020202020204" pitchFamily="34" charset="0"/>
              <a:buChar char="•"/>
            </a:pPr>
            <a:r>
              <a:rPr lang="en-US" b="0" i="0" dirty="0">
                <a:effectLst/>
                <a:latin typeface="BMWGroupTN Condensed" pitchFamily="2" charset="0"/>
                <a:ea typeface="BMWGroupTN Condensed" pitchFamily="2" charset="0"/>
              </a:rPr>
              <a:t>A brief explanation of the method used to develop the design or process functions.</a:t>
            </a:r>
          </a:p>
          <a:p>
            <a:pPr lvl="2" fontAlgn="base">
              <a:lnSpc>
                <a:spcPct val="150000"/>
              </a:lnSpc>
              <a:buFont typeface="Arial" panose="020B0604020202020204" pitchFamily="34" charset="0"/>
              <a:buChar char="•"/>
            </a:pPr>
            <a:r>
              <a:rPr lang="en-US" b="0" i="0" dirty="0">
                <a:effectLst/>
                <a:latin typeface="BMWGroupTN Condensed" pitchFamily="2" charset="0"/>
                <a:ea typeface="BMWGroupTN Condensed" pitchFamily="2" charset="0"/>
              </a:rPr>
              <a:t>Summary of the high-risk failures identified and the actions developed to mitigate the risk.</a:t>
            </a:r>
          </a:p>
          <a:p>
            <a:pPr lvl="1">
              <a:lnSpc>
                <a:spcPct val="150000"/>
              </a:lnSpc>
              <a:buFont typeface="Arial" panose="020B0604020202020204" pitchFamily="34" charset="0"/>
              <a:buChar char="•"/>
            </a:pPr>
            <a:endParaRPr lang="en-US" b="0" i="0" dirty="0">
              <a:solidFill>
                <a:srgbClr val="2D3748"/>
              </a:solidFill>
              <a:effectLst/>
            </a:endParaRPr>
          </a:p>
          <a:p>
            <a:endParaRPr lang="en-US" dirty="0"/>
          </a:p>
        </p:txBody>
      </p:sp>
      <p:sp>
        <p:nvSpPr>
          <p:cNvPr id="3" name="Title 2">
            <a:extLst>
              <a:ext uri="{FF2B5EF4-FFF2-40B4-BE49-F238E27FC236}">
                <a16:creationId xmlns:a16="http://schemas.microsoft.com/office/drawing/2014/main" id="{D3DC56BB-0589-A75C-0313-A97435130683}"/>
              </a:ext>
            </a:extLst>
          </p:cNvPr>
          <p:cNvSpPr>
            <a:spLocks noGrp="1"/>
          </p:cNvSpPr>
          <p:nvPr>
            <p:ph type="title"/>
          </p:nvPr>
        </p:nvSpPr>
        <p:spPr/>
        <p:txBody>
          <a:bodyPr/>
          <a:lstStyle/>
          <a:p>
            <a:r>
              <a:rPr lang="en-US" b="1" dirty="0"/>
              <a:t>The 7 step approach</a:t>
            </a:r>
            <a:endParaRPr lang="en-US" dirty="0"/>
          </a:p>
        </p:txBody>
      </p:sp>
    </p:spTree>
    <p:extLst>
      <p:ext uri="{BB962C8B-B14F-4D97-AF65-F5344CB8AC3E}">
        <p14:creationId xmlns:p14="http://schemas.microsoft.com/office/powerpoint/2010/main" val="1016473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425C66-E725-E876-6807-A1ACC38EB931}"/>
              </a:ext>
            </a:extLst>
          </p:cNvPr>
          <p:cNvSpPr>
            <a:spLocks noGrp="1"/>
          </p:cNvSpPr>
          <p:nvPr>
            <p:ph type="title"/>
          </p:nvPr>
        </p:nvSpPr>
        <p:spPr>
          <a:xfrm>
            <a:off x="488947" y="347184"/>
            <a:ext cx="11224684" cy="400110"/>
          </a:xfrm>
        </p:spPr>
        <p:txBody>
          <a:bodyPr/>
          <a:lstStyle/>
          <a:p>
            <a:r>
              <a:rPr lang="en-US" b="1" dirty="0"/>
              <a:t>Process-</a:t>
            </a:r>
            <a:r>
              <a:rPr lang="en-US" b="1" dirty="0" err="1"/>
              <a:t>fmea</a:t>
            </a:r>
            <a:r>
              <a:rPr lang="en-US" b="1" dirty="0"/>
              <a:t> procedure</a:t>
            </a:r>
          </a:p>
        </p:txBody>
      </p:sp>
      <p:sp>
        <p:nvSpPr>
          <p:cNvPr id="11" name="Text Box 11">
            <a:extLst>
              <a:ext uri="{FF2B5EF4-FFF2-40B4-BE49-F238E27FC236}">
                <a16:creationId xmlns:a16="http://schemas.microsoft.com/office/drawing/2014/main" id="{C7CCAEB7-3249-8EF8-77B5-13DEEAB216D3}"/>
              </a:ext>
            </a:extLst>
          </p:cNvPr>
          <p:cNvSpPr txBox="1">
            <a:spLocks noChangeArrowheads="1"/>
          </p:cNvSpPr>
          <p:nvPr/>
        </p:nvSpPr>
        <p:spPr bwMode="auto">
          <a:xfrm>
            <a:off x="1913531" y="1545425"/>
            <a:ext cx="1752600" cy="461665"/>
          </a:xfrm>
          <a:prstGeom prst="chevron">
            <a:avLst/>
          </a:prstGeom>
          <a:solidFill>
            <a:schemeClr val="accent1">
              <a:lumMod val="20000"/>
              <a:lumOff val="80000"/>
            </a:schemeClr>
          </a:solidFill>
          <a:ln>
            <a:noFill/>
          </a:ln>
        </p:spPr>
        <p:txBody>
          <a:bodyPr>
            <a:spAutoFit/>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spcBef>
                <a:spcPct val="50000"/>
              </a:spcBef>
            </a:pPr>
            <a:r>
              <a:rPr lang="en-US" altLang="en-US" sz="2300" b="1" dirty="0">
                <a:latin typeface="+mn-lt"/>
              </a:rPr>
              <a:t>Inputs</a:t>
            </a:r>
          </a:p>
        </p:txBody>
      </p:sp>
      <p:sp>
        <p:nvSpPr>
          <p:cNvPr id="12" name="Rectangle 11">
            <a:extLst>
              <a:ext uri="{FF2B5EF4-FFF2-40B4-BE49-F238E27FC236}">
                <a16:creationId xmlns:a16="http://schemas.microsoft.com/office/drawing/2014/main" id="{A5CBDD91-21D7-CD98-5B9B-0B6CBE73B28A}"/>
              </a:ext>
            </a:extLst>
          </p:cNvPr>
          <p:cNvSpPr>
            <a:spLocks noChangeArrowheads="1"/>
          </p:cNvSpPr>
          <p:nvPr/>
        </p:nvSpPr>
        <p:spPr bwMode="auto">
          <a:xfrm>
            <a:off x="1605277" y="2184532"/>
            <a:ext cx="2286000" cy="3498210"/>
          </a:xfrm>
          <a:prstGeom prst="rect">
            <a:avLst/>
          </a:prstGeom>
          <a:solidFill>
            <a:schemeClr val="bg2">
              <a:lumMod val="40000"/>
              <a:lumOff val="60000"/>
            </a:schemeClr>
          </a:solidFill>
          <a:ln w="12700">
            <a:noFill/>
            <a:miter lim="800000"/>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342900" indent="-342900">
              <a:spcBef>
                <a:spcPct val="50000"/>
              </a:spcBef>
              <a:buFont typeface="Arial" panose="020B0604020202020204" pitchFamily="34" charset="0"/>
              <a:buChar char="•"/>
            </a:pPr>
            <a:r>
              <a:rPr lang="en-US" altLang="en-US" sz="2300" b="1" dirty="0">
                <a:latin typeface="+mn-lt"/>
              </a:rPr>
              <a:t>C&amp;E Matrix</a:t>
            </a:r>
          </a:p>
          <a:p>
            <a:pPr marL="342900" indent="-342900">
              <a:spcBef>
                <a:spcPct val="50000"/>
              </a:spcBef>
              <a:buFont typeface="Arial" panose="020B0604020202020204" pitchFamily="34" charset="0"/>
              <a:buChar char="•"/>
            </a:pPr>
            <a:r>
              <a:rPr lang="en-US" altLang="en-US" sz="2300" b="1" dirty="0">
                <a:latin typeface="+mn-lt"/>
              </a:rPr>
              <a:t>Process Map</a:t>
            </a:r>
          </a:p>
          <a:p>
            <a:pPr marL="342900" indent="-342900">
              <a:spcBef>
                <a:spcPct val="50000"/>
              </a:spcBef>
              <a:buFont typeface="Arial" panose="020B0604020202020204" pitchFamily="34" charset="0"/>
              <a:buChar char="•"/>
            </a:pPr>
            <a:r>
              <a:rPr lang="en-US" altLang="en-US" sz="2300" b="1" dirty="0">
                <a:latin typeface="+mn-lt"/>
              </a:rPr>
              <a:t>Process History</a:t>
            </a:r>
          </a:p>
          <a:p>
            <a:pPr marL="342900" indent="-342900">
              <a:spcBef>
                <a:spcPct val="50000"/>
              </a:spcBef>
              <a:buFont typeface="Arial" panose="020B0604020202020204" pitchFamily="34" charset="0"/>
              <a:buChar char="•"/>
            </a:pPr>
            <a:r>
              <a:rPr lang="en-US" altLang="en-US" sz="2300" b="1" dirty="0">
                <a:latin typeface="+mn-lt"/>
              </a:rPr>
              <a:t>Procedures</a:t>
            </a:r>
          </a:p>
          <a:p>
            <a:pPr marL="342900" indent="-342900">
              <a:spcBef>
                <a:spcPct val="50000"/>
              </a:spcBef>
              <a:buFont typeface="Arial" panose="020B0604020202020204" pitchFamily="34" charset="0"/>
              <a:buChar char="•"/>
            </a:pPr>
            <a:r>
              <a:rPr lang="en-US" altLang="en-US" sz="2300" b="1" dirty="0">
                <a:latin typeface="+mn-lt"/>
              </a:rPr>
              <a:t>Knowledge</a:t>
            </a:r>
          </a:p>
          <a:p>
            <a:pPr marL="342900" indent="-342900">
              <a:spcBef>
                <a:spcPct val="50000"/>
              </a:spcBef>
              <a:buFont typeface="Arial" panose="020B0604020202020204" pitchFamily="34" charset="0"/>
              <a:buChar char="•"/>
            </a:pPr>
            <a:r>
              <a:rPr lang="en-US" altLang="en-US" sz="2300" b="1" dirty="0">
                <a:latin typeface="+mn-lt"/>
              </a:rPr>
              <a:t>Experience</a:t>
            </a:r>
          </a:p>
        </p:txBody>
      </p:sp>
      <p:sp>
        <p:nvSpPr>
          <p:cNvPr id="13" name="AutoShape 9">
            <a:extLst>
              <a:ext uri="{FF2B5EF4-FFF2-40B4-BE49-F238E27FC236}">
                <a16:creationId xmlns:a16="http://schemas.microsoft.com/office/drawing/2014/main" id="{E3831201-0C72-C3D9-B347-9B519EE11BDA}"/>
              </a:ext>
            </a:extLst>
          </p:cNvPr>
          <p:cNvSpPr>
            <a:spLocks noChangeArrowheads="1"/>
          </p:cNvSpPr>
          <p:nvPr/>
        </p:nvSpPr>
        <p:spPr bwMode="auto">
          <a:xfrm>
            <a:off x="4068952" y="3485581"/>
            <a:ext cx="609600" cy="457200"/>
          </a:xfrm>
          <a:prstGeom prst="chevron">
            <a:avLst/>
          </a:prstGeom>
          <a:solidFill>
            <a:schemeClr val="bg1">
              <a:lumMod val="75000"/>
            </a:schemeClr>
          </a:solidFill>
          <a:ln w="12700">
            <a:no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4" name="Rectangle 6">
            <a:extLst>
              <a:ext uri="{FF2B5EF4-FFF2-40B4-BE49-F238E27FC236}">
                <a16:creationId xmlns:a16="http://schemas.microsoft.com/office/drawing/2014/main" id="{6DD0E625-81F4-3BE4-AD2F-215801A26976}"/>
              </a:ext>
            </a:extLst>
          </p:cNvPr>
          <p:cNvSpPr>
            <a:spLocks noChangeArrowheads="1"/>
          </p:cNvSpPr>
          <p:nvPr/>
        </p:nvSpPr>
        <p:spPr bwMode="auto">
          <a:xfrm>
            <a:off x="4791067" y="3256981"/>
            <a:ext cx="1676400" cy="914400"/>
          </a:xfrm>
          <a:prstGeom prst="rect">
            <a:avLst/>
          </a:prstGeom>
          <a:solidFill>
            <a:schemeClr val="bg2">
              <a:lumMod val="40000"/>
              <a:lumOff val="60000"/>
            </a:schemeClr>
          </a:solidFill>
          <a:ln w="12700">
            <a:noFill/>
            <a:miter lim="800000"/>
            <a:headEnd/>
            <a:tailEnd/>
          </a:ln>
        </p:spPr>
        <p:txBody>
          <a:bodyPr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algn="ctr">
              <a:spcBef>
                <a:spcPct val="50000"/>
              </a:spcBef>
            </a:pPr>
            <a:r>
              <a:rPr lang="en-US" altLang="en-US" sz="2300" b="1" dirty="0"/>
              <a:t>PFMEA</a:t>
            </a:r>
          </a:p>
        </p:txBody>
      </p:sp>
      <p:sp>
        <p:nvSpPr>
          <p:cNvPr id="15" name="AutoShape 9">
            <a:extLst>
              <a:ext uri="{FF2B5EF4-FFF2-40B4-BE49-F238E27FC236}">
                <a16:creationId xmlns:a16="http://schemas.microsoft.com/office/drawing/2014/main" id="{D1BC8DBC-F238-527C-034C-BCB64208EDCB}"/>
              </a:ext>
            </a:extLst>
          </p:cNvPr>
          <p:cNvSpPr>
            <a:spLocks noChangeArrowheads="1"/>
          </p:cNvSpPr>
          <p:nvPr/>
        </p:nvSpPr>
        <p:spPr bwMode="auto">
          <a:xfrm>
            <a:off x="6653134" y="3476437"/>
            <a:ext cx="609600" cy="457200"/>
          </a:xfrm>
          <a:prstGeom prst="chevron">
            <a:avLst/>
          </a:prstGeom>
          <a:solidFill>
            <a:schemeClr val="bg1">
              <a:lumMod val="75000"/>
            </a:schemeClr>
          </a:solidFill>
          <a:ln w="12700">
            <a:noFill/>
            <a:miter lim="800000"/>
            <a:headEnd/>
            <a:tailEnd/>
          </a:ln>
        </p:spPr>
        <p:txBody>
          <a:bodyPr wrap="none" anchor="ct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endParaRPr lang="en-US" altLang="en-US"/>
          </a:p>
        </p:txBody>
      </p:sp>
      <p:sp>
        <p:nvSpPr>
          <p:cNvPr id="16" name="Rectangle 15">
            <a:extLst>
              <a:ext uri="{FF2B5EF4-FFF2-40B4-BE49-F238E27FC236}">
                <a16:creationId xmlns:a16="http://schemas.microsoft.com/office/drawing/2014/main" id="{C039814D-8CDA-BBA7-7078-8126214AA2A4}"/>
              </a:ext>
            </a:extLst>
          </p:cNvPr>
          <p:cNvSpPr>
            <a:spLocks noChangeArrowheads="1"/>
          </p:cNvSpPr>
          <p:nvPr/>
        </p:nvSpPr>
        <p:spPr bwMode="auto">
          <a:xfrm>
            <a:off x="7439257" y="2342581"/>
            <a:ext cx="2286000" cy="2743200"/>
          </a:xfrm>
          <a:prstGeom prst="rect">
            <a:avLst/>
          </a:prstGeom>
          <a:solidFill>
            <a:schemeClr val="bg2">
              <a:lumMod val="40000"/>
              <a:lumOff val="60000"/>
            </a:schemeClr>
          </a:solidFill>
          <a:ln w="12700">
            <a:noFill/>
            <a:miter lim="800000"/>
            <a:headEnd/>
            <a:tailEnd/>
          </a:ln>
        </p:spPr>
        <p:txBody>
          <a:bodyPr/>
          <a:lstStyle>
            <a:lvl1pPr>
              <a:defRPr sz="2400">
                <a:solidFill>
                  <a:schemeClr val="tx1"/>
                </a:solidFill>
                <a:latin typeface="Times" panose="02020603050405020304" pitchFamily="18" charset="0"/>
              </a:defRPr>
            </a:lvl1pPr>
            <a:lvl2pPr marL="742950" indent="-285750">
              <a:defRPr sz="2400">
                <a:solidFill>
                  <a:schemeClr val="tx1"/>
                </a:solidFill>
                <a:latin typeface="Times" panose="02020603050405020304" pitchFamily="18" charset="0"/>
              </a:defRPr>
            </a:lvl2pPr>
            <a:lvl3pPr marL="1143000" indent="-228600">
              <a:defRPr sz="2400">
                <a:solidFill>
                  <a:schemeClr val="tx1"/>
                </a:solidFill>
                <a:latin typeface="Times" panose="02020603050405020304" pitchFamily="18" charset="0"/>
              </a:defRPr>
            </a:lvl3pPr>
            <a:lvl4pPr marL="1600200" indent="-228600">
              <a:defRPr sz="2400">
                <a:solidFill>
                  <a:schemeClr val="tx1"/>
                </a:solidFill>
                <a:latin typeface="Times" panose="02020603050405020304" pitchFamily="18" charset="0"/>
              </a:defRPr>
            </a:lvl4pPr>
            <a:lvl5pPr marL="2057400" indent="-228600">
              <a:defRPr sz="2400">
                <a:solidFill>
                  <a:schemeClr val="tx1"/>
                </a:solidFill>
                <a:latin typeface="Times" panose="02020603050405020304" pitchFamily="18"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defRPr>
            </a:lvl9pPr>
          </a:lstStyle>
          <a:p>
            <a:pPr marL="342900" indent="-342900">
              <a:spcBef>
                <a:spcPct val="50000"/>
              </a:spcBef>
              <a:buFont typeface="Arial" panose="020B0604020202020204" pitchFamily="34" charset="0"/>
              <a:buChar char="•"/>
            </a:pPr>
            <a:r>
              <a:rPr lang="en-US" altLang="en-US" sz="2300" b="1" dirty="0">
                <a:latin typeface="+mn-lt"/>
              </a:rPr>
              <a:t>List of actions to prevent causes or detect failure modes</a:t>
            </a:r>
            <a:endParaRPr lang="en-US" altLang="en-US" sz="2300" b="1" dirty="0"/>
          </a:p>
          <a:p>
            <a:pPr marL="342900" indent="-342900">
              <a:spcBef>
                <a:spcPct val="50000"/>
              </a:spcBef>
              <a:buFont typeface="Arial" panose="020B0604020202020204" pitchFamily="34" charset="0"/>
              <a:buChar char="•"/>
            </a:pPr>
            <a:r>
              <a:rPr lang="en-US" altLang="en-US" sz="2300" b="1" dirty="0">
                <a:latin typeface="+mn-lt"/>
              </a:rPr>
              <a:t>History of actions taken</a:t>
            </a:r>
          </a:p>
        </p:txBody>
      </p:sp>
      <p:sp>
        <p:nvSpPr>
          <p:cNvPr id="17" name="Text Box 12">
            <a:extLst>
              <a:ext uri="{FF2B5EF4-FFF2-40B4-BE49-F238E27FC236}">
                <a16:creationId xmlns:a16="http://schemas.microsoft.com/office/drawing/2014/main" id="{B25B5B5E-81E6-5A47-9856-8DC605BFC836}"/>
              </a:ext>
            </a:extLst>
          </p:cNvPr>
          <p:cNvSpPr txBox="1">
            <a:spLocks noChangeArrowheads="1"/>
          </p:cNvSpPr>
          <p:nvPr/>
        </p:nvSpPr>
        <p:spPr bwMode="auto">
          <a:xfrm>
            <a:off x="7687669" y="1570445"/>
            <a:ext cx="1752600" cy="457200"/>
          </a:xfrm>
          <a:prstGeom prst="chevron">
            <a:avLst/>
          </a:prstGeom>
          <a:solidFill>
            <a:schemeClr val="accent1">
              <a:lumMod val="20000"/>
              <a:lumOff val="80000"/>
            </a:schemeClr>
          </a:solidFill>
          <a:ln>
            <a:noFill/>
          </a:ln>
        </p:spPr>
        <p:txBody>
          <a:bodyPr>
            <a:spAutoFit/>
          </a:bodyPr>
          <a:lstStyle>
            <a:defPPr>
              <a:defRPr lang="de-DE"/>
            </a:defPPr>
            <a:lvl1pPr algn="ctr">
              <a:spcBef>
                <a:spcPct val="50000"/>
              </a:spcBef>
              <a:defRPr sz="2300"/>
            </a:lvl1pPr>
            <a:lvl2pPr marL="742950" indent="-285750">
              <a:defRPr sz="2400">
                <a:latin typeface="Times" panose="02020603050405020304" pitchFamily="18" charset="0"/>
              </a:defRPr>
            </a:lvl2pPr>
            <a:lvl3pPr marL="1143000" indent="-228600">
              <a:defRPr sz="2400">
                <a:latin typeface="Times" panose="02020603050405020304" pitchFamily="18" charset="0"/>
              </a:defRPr>
            </a:lvl3pPr>
            <a:lvl4pPr marL="1600200" indent="-228600">
              <a:defRPr sz="2400">
                <a:latin typeface="Times" panose="02020603050405020304" pitchFamily="18" charset="0"/>
              </a:defRPr>
            </a:lvl4pPr>
            <a:lvl5pPr marL="2057400" indent="-228600">
              <a:defRPr sz="2400">
                <a:latin typeface="Times" panose="02020603050405020304" pitchFamily="18" charset="0"/>
              </a:defRPr>
            </a:lvl5pPr>
            <a:lvl6pPr marL="2514600" indent="-228600" eaLnBrk="0" fontAlgn="base" hangingPunct="0">
              <a:spcBef>
                <a:spcPct val="0"/>
              </a:spcBef>
              <a:spcAft>
                <a:spcPct val="0"/>
              </a:spcAft>
              <a:defRPr sz="2400">
                <a:latin typeface="Times" panose="02020603050405020304" pitchFamily="18" charset="0"/>
              </a:defRPr>
            </a:lvl6pPr>
            <a:lvl7pPr marL="2971800" indent="-228600" eaLnBrk="0" fontAlgn="base" hangingPunct="0">
              <a:spcBef>
                <a:spcPct val="0"/>
              </a:spcBef>
              <a:spcAft>
                <a:spcPct val="0"/>
              </a:spcAft>
              <a:defRPr sz="2400">
                <a:latin typeface="Times" panose="02020603050405020304" pitchFamily="18" charset="0"/>
              </a:defRPr>
            </a:lvl7pPr>
            <a:lvl8pPr marL="3429000" indent="-228600" eaLnBrk="0" fontAlgn="base" hangingPunct="0">
              <a:spcBef>
                <a:spcPct val="0"/>
              </a:spcBef>
              <a:spcAft>
                <a:spcPct val="0"/>
              </a:spcAft>
              <a:defRPr sz="2400">
                <a:latin typeface="Times" panose="02020603050405020304" pitchFamily="18" charset="0"/>
              </a:defRPr>
            </a:lvl8pPr>
            <a:lvl9pPr marL="3886200" indent="-228600" eaLnBrk="0" fontAlgn="base" hangingPunct="0">
              <a:spcBef>
                <a:spcPct val="0"/>
              </a:spcBef>
              <a:spcAft>
                <a:spcPct val="0"/>
              </a:spcAft>
              <a:defRPr sz="2400">
                <a:latin typeface="Times" panose="02020603050405020304" pitchFamily="18" charset="0"/>
              </a:defRPr>
            </a:lvl9pPr>
          </a:lstStyle>
          <a:p>
            <a:r>
              <a:rPr lang="en-US" altLang="en-US" b="1" dirty="0"/>
              <a:t>Outputs</a:t>
            </a:r>
          </a:p>
        </p:txBody>
      </p:sp>
    </p:spTree>
    <p:extLst>
      <p:ext uri="{BB962C8B-B14F-4D97-AF65-F5344CB8AC3E}">
        <p14:creationId xmlns:p14="http://schemas.microsoft.com/office/powerpoint/2010/main" val="2783693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C46E4C-28B5-7BDD-4375-94BEE5DEDDC4}"/>
              </a:ext>
            </a:extLst>
          </p:cNvPr>
          <p:cNvSpPr>
            <a:spLocks noGrp="1"/>
          </p:cNvSpPr>
          <p:nvPr>
            <p:ph type="title"/>
          </p:nvPr>
        </p:nvSpPr>
        <p:spPr/>
        <p:txBody>
          <a:bodyPr/>
          <a:lstStyle/>
          <a:p>
            <a:r>
              <a:rPr lang="en-US" b="1" dirty="0"/>
              <a:t> BMW mini process-</a:t>
            </a:r>
            <a:r>
              <a:rPr lang="en-US" b="1" dirty="0" err="1"/>
              <a:t>fmea</a:t>
            </a:r>
            <a:r>
              <a:rPr lang="en-US" b="1" dirty="0"/>
              <a:t> TEMPLATE</a:t>
            </a:r>
          </a:p>
        </p:txBody>
      </p:sp>
      <p:pic>
        <p:nvPicPr>
          <p:cNvPr id="3" name="Picture 2">
            <a:extLst>
              <a:ext uri="{FF2B5EF4-FFF2-40B4-BE49-F238E27FC236}">
                <a16:creationId xmlns:a16="http://schemas.microsoft.com/office/drawing/2014/main" id="{457BF7FE-6504-75A3-5ED3-010624DA90DF}"/>
              </a:ext>
            </a:extLst>
          </p:cNvPr>
          <p:cNvPicPr>
            <a:picLocks noChangeAspect="1"/>
          </p:cNvPicPr>
          <p:nvPr/>
        </p:nvPicPr>
        <p:blipFill rotWithShape="1">
          <a:blip r:embed="rId2"/>
          <a:srcRect l="1018"/>
          <a:stretch/>
        </p:blipFill>
        <p:spPr>
          <a:xfrm>
            <a:off x="511562" y="1323225"/>
            <a:ext cx="11202069" cy="2671193"/>
          </a:xfrm>
          <a:prstGeom prst="rect">
            <a:avLst/>
          </a:prstGeom>
        </p:spPr>
      </p:pic>
      <p:pic>
        <p:nvPicPr>
          <p:cNvPr id="4" name="Picture 3">
            <a:extLst>
              <a:ext uri="{FF2B5EF4-FFF2-40B4-BE49-F238E27FC236}">
                <a16:creationId xmlns:a16="http://schemas.microsoft.com/office/drawing/2014/main" id="{5A3F444C-FEDF-9D09-5CEB-71E3A426738E}"/>
              </a:ext>
            </a:extLst>
          </p:cNvPr>
          <p:cNvPicPr>
            <a:picLocks noChangeAspect="1"/>
          </p:cNvPicPr>
          <p:nvPr/>
        </p:nvPicPr>
        <p:blipFill>
          <a:blip r:embed="rId3"/>
          <a:stretch>
            <a:fillRect/>
          </a:stretch>
        </p:blipFill>
        <p:spPr>
          <a:xfrm>
            <a:off x="504109" y="3994418"/>
            <a:ext cx="11202069" cy="1844697"/>
          </a:xfrm>
          <a:prstGeom prst="rect">
            <a:avLst/>
          </a:prstGeom>
        </p:spPr>
      </p:pic>
    </p:spTree>
    <p:extLst>
      <p:ext uri="{BB962C8B-B14F-4D97-AF65-F5344CB8AC3E}">
        <p14:creationId xmlns:p14="http://schemas.microsoft.com/office/powerpoint/2010/main" val="3382171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710E4-8020-4343-5590-B13D8A588A54}"/>
              </a:ext>
            </a:extLst>
          </p:cNvPr>
          <p:cNvSpPr>
            <a:spLocks noGrp="1"/>
          </p:cNvSpPr>
          <p:nvPr>
            <p:ph type="title"/>
          </p:nvPr>
        </p:nvSpPr>
        <p:spPr/>
        <p:txBody>
          <a:bodyPr/>
          <a:lstStyle/>
          <a:p>
            <a:r>
              <a:rPr lang="en-US" b="1" dirty="0"/>
              <a:t>Sample of process-</a:t>
            </a:r>
            <a:r>
              <a:rPr lang="en-US" b="1" dirty="0" err="1"/>
              <a:t>fmea</a:t>
            </a:r>
            <a:r>
              <a:rPr lang="en-US" b="1" dirty="0"/>
              <a:t> method</a:t>
            </a:r>
          </a:p>
        </p:txBody>
      </p:sp>
      <p:sp>
        <p:nvSpPr>
          <p:cNvPr id="10" name="TextBox 9">
            <a:extLst>
              <a:ext uri="{FF2B5EF4-FFF2-40B4-BE49-F238E27FC236}">
                <a16:creationId xmlns:a16="http://schemas.microsoft.com/office/drawing/2014/main" id="{996CD583-183D-23E7-284D-B38E940054C7}"/>
              </a:ext>
            </a:extLst>
          </p:cNvPr>
          <p:cNvSpPr txBox="1"/>
          <p:nvPr/>
        </p:nvSpPr>
        <p:spPr>
          <a:xfrm>
            <a:off x="757809" y="1046486"/>
            <a:ext cx="7938515" cy="461665"/>
          </a:xfrm>
          <a:prstGeom prst="rect">
            <a:avLst/>
          </a:prstGeom>
          <a:noFill/>
        </p:spPr>
        <p:txBody>
          <a:bodyPr wrap="square">
            <a:spAutoFit/>
          </a:bodyPr>
          <a:lstStyle/>
          <a:p>
            <a:r>
              <a:rPr lang="en-US" sz="2400" b="1" dirty="0"/>
              <a:t>1.Car Door Assembly – Hinge Installation &amp; Wiring Harness</a:t>
            </a:r>
          </a:p>
        </p:txBody>
      </p:sp>
      <p:graphicFrame>
        <p:nvGraphicFramePr>
          <p:cNvPr id="23" name="Table 22">
            <a:extLst>
              <a:ext uri="{FF2B5EF4-FFF2-40B4-BE49-F238E27FC236}">
                <a16:creationId xmlns:a16="http://schemas.microsoft.com/office/drawing/2014/main" id="{E475877F-290C-3901-09A2-546E44738B7E}"/>
              </a:ext>
            </a:extLst>
          </p:cNvPr>
          <p:cNvGraphicFramePr>
            <a:graphicFrameLocks noGrp="1"/>
          </p:cNvGraphicFramePr>
          <p:nvPr>
            <p:extLst>
              <p:ext uri="{D42A27DB-BD31-4B8C-83A1-F6EECF244321}">
                <p14:modId xmlns:p14="http://schemas.microsoft.com/office/powerpoint/2010/main" val="1757812825"/>
              </p:ext>
            </p:extLst>
          </p:nvPr>
        </p:nvGraphicFramePr>
        <p:xfrm>
          <a:off x="488947" y="1924050"/>
          <a:ext cx="10893432" cy="4007848"/>
        </p:xfrm>
        <a:graphic>
          <a:graphicData uri="http://schemas.openxmlformats.org/drawingml/2006/table">
            <a:tbl>
              <a:tblPr firstRow="1" bandRow="1">
                <a:tableStyleId>{9D7B26C5-4107-4FEC-AEDC-1716B250A1EF}</a:tableStyleId>
              </a:tblPr>
              <a:tblGrid>
                <a:gridCol w="948068">
                  <a:extLst>
                    <a:ext uri="{9D8B030D-6E8A-4147-A177-3AD203B41FA5}">
                      <a16:colId xmlns:a16="http://schemas.microsoft.com/office/drawing/2014/main" val="4255927579"/>
                    </a:ext>
                  </a:extLst>
                </a:gridCol>
                <a:gridCol w="1445522">
                  <a:extLst>
                    <a:ext uri="{9D8B030D-6E8A-4147-A177-3AD203B41FA5}">
                      <a16:colId xmlns:a16="http://schemas.microsoft.com/office/drawing/2014/main" val="3673441064"/>
                    </a:ext>
                  </a:extLst>
                </a:gridCol>
                <a:gridCol w="1201783">
                  <a:extLst>
                    <a:ext uri="{9D8B030D-6E8A-4147-A177-3AD203B41FA5}">
                      <a16:colId xmlns:a16="http://schemas.microsoft.com/office/drawing/2014/main" val="2845702482"/>
                    </a:ext>
                  </a:extLst>
                </a:gridCol>
                <a:gridCol w="1153642">
                  <a:extLst>
                    <a:ext uri="{9D8B030D-6E8A-4147-A177-3AD203B41FA5}">
                      <a16:colId xmlns:a16="http://schemas.microsoft.com/office/drawing/2014/main" val="406187314"/>
                    </a:ext>
                  </a:extLst>
                </a:gridCol>
                <a:gridCol w="902912">
                  <a:extLst>
                    <a:ext uri="{9D8B030D-6E8A-4147-A177-3AD203B41FA5}">
                      <a16:colId xmlns:a16="http://schemas.microsoft.com/office/drawing/2014/main" val="974314376"/>
                    </a:ext>
                  </a:extLst>
                </a:gridCol>
                <a:gridCol w="1142325">
                  <a:extLst>
                    <a:ext uri="{9D8B030D-6E8A-4147-A177-3AD203B41FA5}">
                      <a16:colId xmlns:a16="http://schemas.microsoft.com/office/drawing/2014/main" val="2022737405"/>
                    </a:ext>
                  </a:extLst>
                </a:gridCol>
                <a:gridCol w="1140111">
                  <a:extLst>
                    <a:ext uri="{9D8B030D-6E8A-4147-A177-3AD203B41FA5}">
                      <a16:colId xmlns:a16="http://schemas.microsoft.com/office/drawing/2014/main" val="2647634771"/>
                    </a:ext>
                  </a:extLst>
                </a:gridCol>
                <a:gridCol w="1009565">
                  <a:extLst>
                    <a:ext uri="{9D8B030D-6E8A-4147-A177-3AD203B41FA5}">
                      <a16:colId xmlns:a16="http://schemas.microsoft.com/office/drawing/2014/main" val="7282131"/>
                    </a:ext>
                  </a:extLst>
                </a:gridCol>
                <a:gridCol w="1009565">
                  <a:extLst>
                    <a:ext uri="{9D8B030D-6E8A-4147-A177-3AD203B41FA5}">
                      <a16:colId xmlns:a16="http://schemas.microsoft.com/office/drawing/2014/main" val="3962895029"/>
                    </a:ext>
                  </a:extLst>
                </a:gridCol>
                <a:gridCol w="939939">
                  <a:extLst>
                    <a:ext uri="{9D8B030D-6E8A-4147-A177-3AD203B41FA5}">
                      <a16:colId xmlns:a16="http://schemas.microsoft.com/office/drawing/2014/main" val="3454805935"/>
                    </a:ext>
                  </a:extLst>
                </a:gridCol>
              </a:tblGrid>
              <a:tr h="984613">
                <a:tc>
                  <a:txBody>
                    <a:bodyPr/>
                    <a:lstStyle/>
                    <a:p>
                      <a:r>
                        <a:rPr lang="en-US" dirty="0"/>
                        <a:t>Process Step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Function / Requirement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Failure Mode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Effect of Failure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Severity (S)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Cause of Failure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Occurrence (O)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Detection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Action Priority (AP)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9510388"/>
                  </a:ext>
                </a:extLst>
              </a:tr>
              <a:tr h="1285875">
                <a:tc>
                  <a:txBody>
                    <a:bodyPr/>
                    <a:lstStyle/>
                    <a:p>
                      <a:r>
                        <a:rPr lang="en-US" dirty="0"/>
                        <a:t>Install Door Hinges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Ensure door opens/closes smoothly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Misaligned hinge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Door difficult to close, customer dissatisfaction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Improper positioning during assembly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00000"/>
                          </a:solidFill>
                        </a:rPr>
                        <a:t>245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6823549"/>
                  </a:ext>
                </a:extLst>
              </a:tr>
              <a:tr h="1285875">
                <a:tc>
                  <a:txBody>
                    <a:bodyPr/>
                    <a:lstStyle/>
                    <a:p>
                      <a:r>
                        <a:rPr lang="en-US" dirty="0"/>
                        <a:t>wiring harness routing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electrical continuity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Harness pinched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Electrical short, window failure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Incorrect routing, missing clip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00000"/>
                          </a:solidFill>
                        </a:rPr>
                        <a:t>378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7733299"/>
                  </a:ext>
                </a:extLst>
              </a:tr>
            </a:tbl>
          </a:graphicData>
        </a:graphic>
      </p:graphicFrame>
    </p:spTree>
    <p:extLst>
      <p:ext uri="{BB962C8B-B14F-4D97-AF65-F5344CB8AC3E}">
        <p14:creationId xmlns:p14="http://schemas.microsoft.com/office/powerpoint/2010/main" val="1234654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708E9-E739-FF47-49E3-FBF41384FA7E}"/>
              </a:ext>
            </a:extLst>
          </p:cNvPr>
          <p:cNvSpPr>
            <a:spLocks noGrp="1"/>
          </p:cNvSpPr>
          <p:nvPr>
            <p:ph type="title"/>
          </p:nvPr>
        </p:nvSpPr>
        <p:spPr/>
        <p:txBody>
          <a:bodyPr/>
          <a:lstStyle/>
          <a:p>
            <a:r>
              <a:rPr lang="en-US" b="1" dirty="0"/>
              <a:t>Sample of process-</a:t>
            </a:r>
            <a:r>
              <a:rPr lang="en-US" b="1" dirty="0" err="1"/>
              <a:t>fmea</a:t>
            </a:r>
            <a:r>
              <a:rPr lang="en-US" b="1" dirty="0"/>
              <a:t> method</a:t>
            </a:r>
          </a:p>
        </p:txBody>
      </p:sp>
      <p:graphicFrame>
        <p:nvGraphicFramePr>
          <p:cNvPr id="4" name="Table 3">
            <a:extLst>
              <a:ext uri="{FF2B5EF4-FFF2-40B4-BE49-F238E27FC236}">
                <a16:creationId xmlns:a16="http://schemas.microsoft.com/office/drawing/2014/main" id="{66D7D3A0-2E22-D66A-8FE0-7D86EB65916B}"/>
              </a:ext>
            </a:extLst>
          </p:cNvPr>
          <p:cNvGraphicFramePr>
            <a:graphicFrameLocks noGrp="1"/>
          </p:cNvGraphicFramePr>
          <p:nvPr>
            <p:extLst>
              <p:ext uri="{D42A27DB-BD31-4B8C-83A1-F6EECF244321}">
                <p14:modId xmlns:p14="http://schemas.microsoft.com/office/powerpoint/2010/main" val="4167321664"/>
              </p:ext>
            </p:extLst>
          </p:nvPr>
        </p:nvGraphicFramePr>
        <p:xfrm>
          <a:off x="1567723" y="1838325"/>
          <a:ext cx="8155942" cy="3543300"/>
        </p:xfrm>
        <a:graphic>
          <a:graphicData uri="http://schemas.openxmlformats.org/drawingml/2006/table">
            <a:tbl>
              <a:tblPr firstRow="1" bandRow="1">
                <a:tableStyleId>{9D7B26C5-4107-4FEC-AEDC-1716B250A1EF}</a:tableStyleId>
              </a:tblPr>
              <a:tblGrid>
                <a:gridCol w="940347">
                  <a:extLst>
                    <a:ext uri="{9D8B030D-6E8A-4147-A177-3AD203B41FA5}">
                      <a16:colId xmlns:a16="http://schemas.microsoft.com/office/drawing/2014/main" val="4255927579"/>
                    </a:ext>
                  </a:extLst>
                </a:gridCol>
                <a:gridCol w="1611086">
                  <a:extLst>
                    <a:ext uri="{9D8B030D-6E8A-4147-A177-3AD203B41FA5}">
                      <a16:colId xmlns:a16="http://schemas.microsoft.com/office/drawing/2014/main" val="3673441064"/>
                    </a:ext>
                  </a:extLst>
                </a:gridCol>
                <a:gridCol w="1323703">
                  <a:extLst>
                    <a:ext uri="{9D8B030D-6E8A-4147-A177-3AD203B41FA5}">
                      <a16:colId xmlns:a16="http://schemas.microsoft.com/office/drawing/2014/main" val="406187314"/>
                    </a:ext>
                  </a:extLst>
                </a:gridCol>
                <a:gridCol w="1184366">
                  <a:extLst>
                    <a:ext uri="{9D8B030D-6E8A-4147-A177-3AD203B41FA5}">
                      <a16:colId xmlns:a16="http://schemas.microsoft.com/office/drawing/2014/main" val="2022737405"/>
                    </a:ext>
                  </a:extLst>
                </a:gridCol>
                <a:gridCol w="772567">
                  <a:extLst>
                    <a:ext uri="{9D8B030D-6E8A-4147-A177-3AD203B41FA5}">
                      <a16:colId xmlns:a16="http://schemas.microsoft.com/office/drawing/2014/main" val="4286772267"/>
                    </a:ext>
                  </a:extLst>
                </a:gridCol>
                <a:gridCol w="923361">
                  <a:extLst>
                    <a:ext uri="{9D8B030D-6E8A-4147-A177-3AD203B41FA5}">
                      <a16:colId xmlns:a16="http://schemas.microsoft.com/office/drawing/2014/main" val="2647634771"/>
                    </a:ext>
                  </a:extLst>
                </a:gridCol>
                <a:gridCol w="1400512">
                  <a:extLst>
                    <a:ext uri="{9D8B030D-6E8A-4147-A177-3AD203B41FA5}">
                      <a16:colId xmlns:a16="http://schemas.microsoft.com/office/drawing/2014/main" val="7282131"/>
                    </a:ext>
                  </a:extLst>
                </a:gridCol>
              </a:tblGrid>
              <a:tr h="971550">
                <a:tc>
                  <a:txBody>
                    <a:bodyPr/>
                    <a:lstStyle/>
                    <a:p>
                      <a:r>
                        <a:rPr lang="en-US" dirty="0"/>
                        <a:t>Process Step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Recommended Action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Occurrence (O)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Detection (D)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RPN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Action Priority (AP)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Action Taken / Result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9510388"/>
                  </a:ext>
                </a:extLst>
              </a:tr>
              <a:tr h="1285875">
                <a:tc>
                  <a:txBody>
                    <a:bodyPr/>
                    <a:lstStyle/>
                    <a:p>
                      <a:r>
                        <a:rPr lang="en-US" dirty="0"/>
                        <a:t>Install Door Hinges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add jig, torque tool, training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92D050"/>
                          </a:solidFill>
                        </a:rPr>
                        <a:t>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Medium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Jig installed, torque tool added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6823549"/>
                  </a:ext>
                </a:extLst>
              </a:tr>
              <a:tr h="1285875">
                <a:tc>
                  <a:txBody>
                    <a:bodyPr/>
                    <a:lstStyle/>
                    <a:p>
                      <a:r>
                        <a:rPr lang="en-US" dirty="0"/>
                        <a:t>wiring harness routing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routing guide, poka‑yoke clips, edge protection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00B050"/>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routing guide implemented, clips installed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7733299"/>
                  </a:ext>
                </a:extLst>
              </a:tr>
            </a:tbl>
          </a:graphicData>
        </a:graphic>
      </p:graphicFrame>
      <p:sp>
        <p:nvSpPr>
          <p:cNvPr id="5" name="TextBox 4">
            <a:extLst>
              <a:ext uri="{FF2B5EF4-FFF2-40B4-BE49-F238E27FC236}">
                <a16:creationId xmlns:a16="http://schemas.microsoft.com/office/drawing/2014/main" id="{1FC05550-1503-BF5B-2643-BFE06EC33236}"/>
              </a:ext>
            </a:extLst>
          </p:cNvPr>
          <p:cNvSpPr txBox="1"/>
          <p:nvPr/>
        </p:nvSpPr>
        <p:spPr>
          <a:xfrm>
            <a:off x="776859" y="1027436"/>
            <a:ext cx="7938515" cy="461665"/>
          </a:xfrm>
          <a:prstGeom prst="rect">
            <a:avLst/>
          </a:prstGeom>
          <a:noFill/>
        </p:spPr>
        <p:txBody>
          <a:bodyPr wrap="square">
            <a:spAutoFit/>
          </a:bodyPr>
          <a:lstStyle/>
          <a:p>
            <a:r>
              <a:rPr lang="en-US" sz="2400" b="1" dirty="0"/>
              <a:t>1.Car Door Assembly – Hinge Installation &amp; Wiring Harness</a:t>
            </a:r>
          </a:p>
        </p:txBody>
      </p:sp>
    </p:spTree>
    <p:extLst>
      <p:ext uri="{BB962C8B-B14F-4D97-AF65-F5344CB8AC3E}">
        <p14:creationId xmlns:p14="http://schemas.microsoft.com/office/powerpoint/2010/main" val="1714568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35FD-E08C-DAE2-25DF-6962DCE558B7}"/>
              </a:ext>
            </a:extLst>
          </p:cNvPr>
          <p:cNvSpPr>
            <a:spLocks noGrp="1"/>
          </p:cNvSpPr>
          <p:nvPr>
            <p:ph type="title"/>
          </p:nvPr>
        </p:nvSpPr>
        <p:spPr/>
        <p:txBody>
          <a:bodyPr/>
          <a:lstStyle/>
          <a:p>
            <a:r>
              <a:rPr lang="en-US" b="1" dirty="0"/>
              <a:t>Process-</a:t>
            </a:r>
            <a:r>
              <a:rPr lang="en-US" b="1" dirty="0" err="1"/>
              <a:t>fmea</a:t>
            </a:r>
            <a:r>
              <a:rPr lang="en-US" b="1" dirty="0"/>
              <a:t>  activity</a:t>
            </a:r>
          </a:p>
        </p:txBody>
      </p:sp>
      <p:sp>
        <p:nvSpPr>
          <p:cNvPr id="4" name="TextBox 3">
            <a:extLst>
              <a:ext uri="{FF2B5EF4-FFF2-40B4-BE49-F238E27FC236}">
                <a16:creationId xmlns:a16="http://schemas.microsoft.com/office/drawing/2014/main" id="{61AE5AD9-B93A-7B5E-C4C6-C8F796FA7D93}"/>
              </a:ext>
            </a:extLst>
          </p:cNvPr>
          <p:cNvSpPr txBox="1"/>
          <p:nvPr/>
        </p:nvSpPr>
        <p:spPr>
          <a:xfrm>
            <a:off x="1431131" y="1165949"/>
            <a:ext cx="7950994" cy="3364511"/>
          </a:xfrm>
          <a:prstGeom prst="rect">
            <a:avLst/>
          </a:prstGeom>
          <a:noFill/>
        </p:spPr>
        <p:txBody>
          <a:bodyPr wrap="square">
            <a:spAutoFit/>
          </a:bodyPr>
          <a:lstStyle/>
          <a:p>
            <a:pPr>
              <a:lnSpc>
                <a:spcPct val="150000"/>
              </a:lnSpc>
            </a:pPr>
            <a:r>
              <a:rPr lang="en-US" sz="2400" b="1" dirty="0"/>
              <a:t>Scenario:</a:t>
            </a:r>
          </a:p>
          <a:p>
            <a:pPr lvl="1">
              <a:lnSpc>
                <a:spcPct val="150000"/>
              </a:lnSpc>
            </a:pPr>
            <a:r>
              <a:rPr lang="en-US" dirty="0"/>
              <a:t> </a:t>
            </a:r>
            <a:r>
              <a:rPr lang="en-US" sz="2000" dirty="0"/>
              <a:t>During seat assembly on the production line, several issues have been reported:</a:t>
            </a:r>
          </a:p>
          <a:p>
            <a:pPr lvl="2">
              <a:lnSpc>
                <a:spcPct val="150000"/>
              </a:lnSpc>
              <a:buFont typeface="Arial" panose="020B0604020202020204" pitchFamily="34" charset="0"/>
              <a:buChar char="•"/>
            </a:pPr>
            <a:r>
              <a:rPr lang="en-US" sz="2000" dirty="0"/>
              <a:t>Seat height adjustment lever sometimes jams.</a:t>
            </a:r>
          </a:p>
          <a:p>
            <a:pPr lvl="2">
              <a:lnSpc>
                <a:spcPct val="150000"/>
              </a:lnSpc>
              <a:buFont typeface="Arial" panose="020B0604020202020204" pitchFamily="34" charset="0"/>
              <a:buChar char="•"/>
            </a:pPr>
            <a:r>
              <a:rPr lang="en-US" sz="2000" dirty="0"/>
              <a:t>Airbag sensor in the seat occasionally gives false signals.</a:t>
            </a:r>
          </a:p>
          <a:p>
            <a:pPr lvl="2">
              <a:lnSpc>
                <a:spcPct val="150000"/>
              </a:lnSpc>
              <a:buFont typeface="Arial" panose="020B0604020202020204" pitchFamily="34" charset="0"/>
              <a:buChar char="•"/>
            </a:pPr>
            <a:r>
              <a:rPr lang="en-US" sz="2000" dirty="0"/>
              <a:t>Seat fabric shows wrinkles after installation, leading to poor appearance.</a:t>
            </a:r>
          </a:p>
        </p:txBody>
      </p:sp>
      <p:sp>
        <p:nvSpPr>
          <p:cNvPr id="5" name="Rectangle 4">
            <a:extLst>
              <a:ext uri="{FF2B5EF4-FFF2-40B4-BE49-F238E27FC236}">
                <a16:creationId xmlns:a16="http://schemas.microsoft.com/office/drawing/2014/main" id="{CEFB8E57-EE13-0D4A-831B-F78737F134DD}"/>
              </a:ext>
            </a:extLst>
          </p:cNvPr>
          <p:cNvSpPr/>
          <p:nvPr/>
        </p:nvSpPr>
        <p:spPr>
          <a:xfrm>
            <a:off x="1143000" y="1099274"/>
            <a:ext cx="8677275" cy="393945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t" anchorCtr="0"/>
          <a:lstStyle/>
          <a:p>
            <a:pPr algn="l"/>
            <a:endParaRPr lang="en-US" dirty="0">
              <a:solidFill>
                <a:schemeClr val="tx1"/>
              </a:solidFill>
            </a:endParaRPr>
          </a:p>
        </p:txBody>
      </p:sp>
      <p:sp>
        <p:nvSpPr>
          <p:cNvPr id="7" name="TextBox 6">
            <a:extLst>
              <a:ext uri="{FF2B5EF4-FFF2-40B4-BE49-F238E27FC236}">
                <a16:creationId xmlns:a16="http://schemas.microsoft.com/office/drawing/2014/main" id="{88FB5BAF-5437-DFCC-97FA-A9BE3F079039}"/>
              </a:ext>
            </a:extLst>
          </p:cNvPr>
          <p:cNvSpPr txBox="1"/>
          <p:nvPr/>
        </p:nvSpPr>
        <p:spPr>
          <a:xfrm>
            <a:off x="621506" y="5381922"/>
            <a:ext cx="9598820" cy="646331"/>
          </a:xfrm>
          <a:prstGeom prst="rect">
            <a:avLst/>
          </a:prstGeom>
          <a:noFill/>
        </p:spPr>
        <p:txBody>
          <a:bodyPr wrap="square">
            <a:spAutoFit/>
          </a:bodyPr>
          <a:lstStyle/>
          <a:p>
            <a:pPr marL="285750" indent="-285750">
              <a:buFont typeface="Wingdings" panose="05000000000000000000" pitchFamily="2" charset="2"/>
              <a:buChar char="q"/>
            </a:pPr>
            <a:r>
              <a:rPr lang="en-US" dirty="0"/>
              <a:t>Develop a </a:t>
            </a:r>
            <a:r>
              <a:rPr lang="en-US" b="1" dirty="0"/>
              <a:t>Process Failure Mode and Effects Analysis (PFMEA) worksheet in Excel</a:t>
            </a:r>
            <a:r>
              <a:rPr lang="en-US" dirty="0"/>
              <a:t> for the </a:t>
            </a:r>
            <a:r>
              <a:rPr lang="en-US" i="1" dirty="0"/>
              <a:t>car seat assembly process</a:t>
            </a:r>
            <a:r>
              <a:rPr lang="en-US" dirty="0"/>
              <a:t>.</a:t>
            </a:r>
          </a:p>
        </p:txBody>
      </p:sp>
    </p:spTree>
    <p:extLst>
      <p:ext uri="{BB962C8B-B14F-4D97-AF65-F5344CB8AC3E}">
        <p14:creationId xmlns:p14="http://schemas.microsoft.com/office/powerpoint/2010/main" val="26627799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6562D21A-7642-FF19-30A3-07105C46FDA1}"/>
              </a:ext>
            </a:extLst>
          </p:cNvPr>
          <p:cNvSpPr>
            <a:spLocks noGrp="1"/>
          </p:cNvSpPr>
          <p:nvPr>
            <p:ph sz="quarter" idx="19"/>
          </p:nvPr>
        </p:nvSpPr>
        <p:spPr/>
        <p:txBody>
          <a:bodyPr/>
          <a:lstStyle/>
          <a:p>
            <a:pPr>
              <a:lnSpc>
                <a:spcPct val="150000"/>
              </a:lnSpc>
            </a:pPr>
            <a:r>
              <a:rPr lang="en-US" sz="1800" dirty="0" err="1"/>
              <a:t>Dont’s</a:t>
            </a:r>
            <a:r>
              <a:rPr lang="en-US" sz="1800" dirty="0"/>
              <a:t>:</a:t>
            </a:r>
          </a:p>
          <a:p>
            <a:pPr marL="342900" indent="-342900">
              <a:lnSpc>
                <a:spcPct val="150000"/>
              </a:lnSpc>
              <a:buFontTx/>
              <a:buChar char="-"/>
            </a:pPr>
            <a:r>
              <a:rPr lang="en-US" sz="1800" dirty="0"/>
              <a:t>Performed by individual.</a:t>
            </a:r>
          </a:p>
          <a:p>
            <a:pPr marL="342900" indent="-342900">
              <a:lnSpc>
                <a:spcPct val="150000"/>
              </a:lnSpc>
              <a:buFontTx/>
              <a:buChar char="-"/>
            </a:pPr>
            <a:r>
              <a:rPr lang="en-US" sz="1800" dirty="0"/>
              <a:t>Reducing the risk.</a:t>
            </a:r>
          </a:p>
          <a:p>
            <a:pPr marL="342900" indent="-342900">
              <a:lnSpc>
                <a:spcPct val="150000"/>
              </a:lnSpc>
              <a:buFontTx/>
              <a:buChar char="-"/>
            </a:pPr>
            <a:r>
              <a:rPr lang="en-US" sz="1800" dirty="0"/>
              <a:t>Using recent data.</a:t>
            </a:r>
          </a:p>
          <a:p>
            <a:pPr marL="342900" indent="-342900">
              <a:lnSpc>
                <a:spcPct val="150000"/>
              </a:lnSpc>
              <a:buFontTx/>
              <a:buChar char="-"/>
            </a:pPr>
            <a:r>
              <a:rPr lang="en-US" sz="1800" dirty="0"/>
              <a:t>Performing for complete process in one take.</a:t>
            </a:r>
          </a:p>
          <a:p>
            <a:pPr marL="342900" indent="-342900">
              <a:lnSpc>
                <a:spcPct val="150000"/>
              </a:lnSpc>
              <a:buFontTx/>
              <a:buChar char="-"/>
            </a:pPr>
            <a:r>
              <a:rPr lang="en-US" sz="1800" dirty="0"/>
              <a:t>Majorly individuals working in the process.</a:t>
            </a:r>
          </a:p>
          <a:p>
            <a:pPr marL="342900" indent="-342900">
              <a:lnSpc>
                <a:spcPct val="150000"/>
              </a:lnSpc>
              <a:buFontTx/>
              <a:buChar char="-"/>
            </a:pPr>
            <a:r>
              <a:rPr lang="en-US" sz="1800" dirty="0"/>
              <a:t>Either external or internal failures considered.</a:t>
            </a:r>
          </a:p>
          <a:p>
            <a:pPr marL="342900" indent="-342900">
              <a:lnSpc>
                <a:spcPct val="150000"/>
              </a:lnSpc>
              <a:buFontTx/>
              <a:buChar char="-"/>
            </a:pPr>
            <a:r>
              <a:rPr lang="en-US" sz="1800" dirty="0"/>
              <a:t>Generic actions (inspection, training etc..)</a:t>
            </a:r>
          </a:p>
          <a:p>
            <a:pPr marL="342900" indent="-342900">
              <a:lnSpc>
                <a:spcPct val="150000"/>
              </a:lnSpc>
              <a:buFontTx/>
              <a:buChar char="-"/>
            </a:pPr>
            <a:r>
              <a:rPr lang="en-US" sz="1800" dirty="0"/>
              <a:t>Maintaining as standalone document.</a:t>
            </a:r>
          </a:p>
          <a:p>
            <a:endParaRPr lang="en-US" dirty="0"/>
          </a:p>
        </p:txBody>
      </p:sp>
      <p:sp>
        <p:nvSpPr>
          <p:cNvPr id="6" name="Content Placeholder 5">
            <a:extLst>
              <a:ext uri="{FF2B5EF4-FFF2-40B4-BE49-F238E27FC236}">
                <a16:creationId xmlns:a16="http://schemas.microsoft.com/office/drawing/2014/main" id="{2F92E31A-B62A-428C-6E25-8A036B7AC38B}"/>
              </a:ext>
            </a:extLst>
          </p:cNvPr>
          <p:cNvSpPr>
            <a:spLocks noGrp="1"/>
          </p:cNvSpPr>
          <p:nvPr>
            <p:ph sz="quarter" idx="17"/>
          </p:nvPr>
        </p:nvSpPr>
        <p:spPr/>
        <p:txBody>
          <a:bodyPr/>
          <a:lstStyle/>
          <a:p>
            <a:pPr>
              <a:lnSpc>
                <a:spcPct val="150000"/>
              </a:lnSpc>
            </a:pPr>
            <a:r>
              <a:rPr lang="en-US" dirty="0"/>
              <a:t>Do’s:</a:t>
            </a:r>
          </a:p>
          <a:p>
            <a:pPr marL="342900" indent="-342900">
              <a:lnSpc>
                <a:spcPct val="150000"/>
              </a:lnSpc>
              <a:buFontTx/>
              <a:buChar char="-"/>
            </a:pPr>
            <a:r>
              <a:rPr lang="en-US" dirty="0"/>
              <a:t>Must be performed as a team.</a:t>
            </a:r>
          </a:p>
          <a:p>
            <a:pPr marL="342900" indent="-342900">
              <a:lnSpc>
                <a:spcPct val="150000"/>
              </a:lnSpc>
              <a:buFontTx/>
              <a:buChar char="-"/>
            </a:pPr>
            <a:r>
              <a:rPr lang="en-US" dirty="0"/>
              <a:t>Prioritizing risk.</a:t>
            </a:r>
          </a:p>
          <a:p>
            <a:pPr marL="342900" indent="-342900">
              <a:lnSpc>
                <a:spcPct val="150000"/>
              </a:lnSpc>
              <a:buFontTx/>
              <a:buChar char="-"/>
            </a:pPr>
            <a:r>
              <a:rPr lang="en-US" dirty="0"/>
              <a:t>Collect vast data.</a:t>
            </a:r>
          </a:p>
          <a:p>
            <a:pPr marL="342900" indent="-342900">
              <a:lnSpc>
                <a:spcPct val="150000"/>
              </a:lnSpc>
              <a:buFontTx/>
              <a:buChar char="-"/>
            </a:pPr>
            <a:r>
              <a:rPr lang="en-US" dirty="0"/>
              <a:t>Breaking the analysis into smaller sections.</a:t>
            </a:r>
          </a:p>
          <a:p>
            <a:pPr marL="342900" indent="-342900">
              <a:lnSpc>
                <a:spcPct val="150000"/>
              </a:lnSpc>
              <a:buFontTx/>
              <a:buChar char="-"/>
            </a:pPr>
            <a:r>
              <a:rPr lang="en-US" dirty="0"/>
              <a:t>Diverse team.</a:t>
            </a:r>
          </a:p>
          <a:p>
            <a:pPr marL="342900" indent="-342900">
              <a:lnSpc>
                <a:spcPct val="150000"/>
              </a:lnSpc>
              <a:buFontTx/>
              <a:buChar char="-"/>
            </a:pPr>
            <a:r>
              <a:rPr lang="en-US" dirty="0"/>
              <a:t>Consider both external &amp; internal failures.</a:t>
            </a:r>
          </a:p>
          <a:p>
            <a:pPr marL="342900" indent="-342900">
              <a:lnSpc>
                <a:spcPct val="150000"/>
              </a:lnSpc>
              <a:buFontTx/>
              <a:buChar char="-"/>
            </a:pPr>
            <a:r>
              <a:rPr lang="en-US" dirty="0"/>
              <a:t>Target for ‘Poke-Yoke’.</a:t>
            </a:r>
          </a:p>
          <a:p>
            <a:pPr marL="342900" indent="-342900">
              <a:lnSpc>
                <a:spcPct val="150000"/>
              </a:lnSpc>
              <a:buFontTx/>
              <a:buChar char="-"/>
            </a:pPr>
            <a:r>
              <a:rPr lang="en-US" dirty="0"/>
              <a:t>Linking with Control plan</a:t>
            </a:r>
          </a:p>
          <a:p>
            <a:endParaRPr lang="en-US" dirty="0"/>
          </a:p>
        </p:txBody>
      </p:sp>
      <p:sp>
        <p:nvSpPr>
          <p:cNvPr id="5" name="Title 4">
            <a:extLst>
              <a:ext uri="{FF2B5EF4-FFF2-40B4-BE49-F238E27FC236}">
                <a16:creationId xmlns:a16="http://schemas.microsoft.com/office/drawing/2014/main" id="{8FB9EC9E-FC83-09EF-00E4-2BECBA69AFC7}"/>
              </a:ext>
            </a:extLst>
          </p:cNvPr>
          <p:cNvSpPr>
            <a:spLocks noGrp="1"/>
          </p:cNvSpPr>
          <p:nvPr>
            <p:ph type="title"/>
          </p:nvPr>
        </p:nvSpPr>
        <p:spPr>
          <a:xfrm>
            <a:off x="488947" y="347184"/>
            <a:ext cx="11224684" cy="800219"/>
          </a:xfrm>
        </p:spPr>
        <p:txBody>
          <a:bodyPr/>
          <a:lstStyle/>
          <a:p>
            <a:r>
              <a:rPr lang="en-US" b="1" dirty="0"/>
              <a:t>Failure mode and effects analysis</a:t>
            </a:r>
            <a:br>
              <a:rPr lang="en-US" b="1" dirty="0"/>
            </a:br>
            <a:r>
              <a:rPr lang="en-US" b="1" dirty="0"/>
              <a:t>do’s and </a:t>
            </a:r>
            <a:r>
              <a:rPr lang="en-US" b="1" dirty="0" err="1"/>
              <a:t>don’t’s</a:t>
            </a:r>
            <a:endParaRPr lang="en-US" b="1" dirty="0"/>
          </a:p>
        </p:txBody>
      </p:sp>
      <p:graphicFrame>
        <p:nvGraphicFramePr>
          <p:cNvPr id="8" name="Table 7">
            <a:extLst>
              <a:ext uri="{FF2B5EF4-FFF2-40B4-BE49-F238E27FC236}">
                <a16:creationId xmlns:a16="http://schemas.microsoft.com/office/drawing/2014/main" id="{D2E5DC72-0A3F-35E2-0889-8326D2434F76}"/>
              </a:ext>
            </a:extLst>
          </p:cNvPr>
          <p:cNvGraphicFramePr>
            <a:graphicFrameLocks noGrp="1"/>
          </p:cNvGraphicFramePr>
          <p:nvPr>
            <p:extLst>
              <p:ext uri="{D42A27DB-BD31-4B8C-83A1-F6EECF244321}">
                <p14:modId xmlns:p14="http://schemas.microsoft.com/office/powerpoint/2010/main" val="1018079042"/>
              </p:ext>
            </p:extLst>
          </p:nvPr>
        </p:nvGraphicFramePr>
        <p:xfrm>
          <a:off x="338328" y="1289304"/>
          <a:ext cx="10744200" cy="5019421"/>
        </p:xfrm>
        <a:graphic>
          <a:graphicData uri="http://schemas.openxmlformats.org/drawingml/2006/table">
            <a:tbl>
              <a:tblPr firstRow="1" bandRow="1">
                <a:tableStyleId>{0E3FDE45-AF77-4B5C-9715-49D594BDF05E}</a:tableStyleId>
              </a:tblPr>
              <a:tblGrid>
                <a:gridCol w="5372100">
                  <a:extLst>
                    <a:ext uri="{9D8B030D-6E8A-4147-A177-3AD203B41FA5}">
                      <a16:colId xmlns:a16="http://schemas.microsoft.com/office/drawing/2014/main" val="332242564"/>
                    </a:ext>
                  </a:extLst>
                </a:gridCol>
                <a:gridCol w="5372100">
                  <a:extLst>
                    <a:ext uri="{9D8B030D-6E8A-4147-A177-3AD203B41FA5}">
                      <a16:colId xmlns:a16="http://schemas.microsoft.com/office/drawing/2014/main" val="3331732315"/>
                    </a:ext>
                  </a:extLst>
                </a:gridCol>
              </a:tblGrid>
              <a:tr h="501942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1892722"/>
                  </a:ext>
                </a:extLst>
              </a:tr>
            </a:tbl>
          </a:graphicData>
        </a:graphic>
      </p:graphicFrame>
      <p:cxnSp>
        <p:nvCxnSpPr>
          <p:cNvPr id="10" name="Straight Connector 9">
            <a:extLst>
              <a:ext uri="{FF2B5EF4-FFF2-40B4-BE49-F238E27FC236}">
                <a16:creationId xmlns:a16="http://schemas.microsoft.com/office/drawing/2014/main" id="{AC5ACFF3-A407-44A8-4F28-E6C3EB7E1543}"/>
              </a:ext>
            </a:extLst>
          </p:cNvPr>
          <p:cNvCxnSpPr>
            <a:cxnSpLocks/>
          </p:cNvCxnSpPr>
          <p:nvPr/>
        </p:nvCxnSpPr>
        <p:spPr>
          <a:xfrm>
            <a:off x="338328" y="1810512"/>
            <a:ext cx="10744200" cy="0"/>
          </a:xfrm>
          <a:prstGeom prst="line">
            <a:avLst/>
          </a:prstGeom>
          <a:ln w="19050">
            <a:solidFill>
              <a:schemeClr val="tx2"/>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09253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CHANGETRACKING" val="true"/>
  <p:tag name="THINKCELLPRESENTATIONDONOTDELETE" val="&lt;?xml version=&quot;1.0&quot; encoding=&quot;UTF-16&quot; standalone=&quot;yes&quot;?&gt;&lt;root reqver=&quot;27037&quot;&gt;&lt;version val=&quot;3261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MW Group 2021">
  <a:themeElements>
    <a:clrScheme name="BMW Group 21">
      <a:dk1>
        <a:srgbClr val="000000"/>
      </a:dk1>
      <a:lt1>
        <a:srgbClr val="FFFFFF"/>
      </a:lt1>
      <a:dk2>
        <a:srgbClr val="035970"/>
      </a:dk2>
      <a:lt2>
        <a:srgbClr val="92A2BD"/>
      </a:lt2>
      <a:accent1>
        <a:srgbClr val="548D9E"/>
      </a:accent1>
      <a:accent2>
        <a:srgbClr val="85ACB9"/>
      </a:accent2>
      <a:accent3>
        <a:srgbClr val="ABC4CF"/>
      </a:accent3>
      <a:accent4>
        <a:srgbClr val="C8D7E0"/>
      </a:accent4>
      <a:accent5>
        <a:srgbClr val="DEE5EC"/>
      </a:accent5>
      <a:accent6>
        <a:srgbClr val="E8EBF1"/>
      </a:accent6>
      <a:hlink>
        <a:srgbClr val="000000"/>
      </a:hlink>
      <a:folHlink>
        <a:srgbClr val="000000"/>
      </a:folHlink>
    </a:clrScheme>
    <a:fontScheme name="BMW Group 2021">
      <a:majorFont>
        <a:latin typeface="BMWGroupTN Condensed"/>
        <a:ea typeface=""/>
        <a:cs typeface=""/>
      </a:majorFont>
      <a:minorFont>
        <a:latin typeface="BMWGroupTN Condensed"/>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19050">
          <a:noFill/>
          <a:miter lim="800000"/>
        </a:ln>
      </a:spPr>
      <a:bodyPr rtlCol="0" anchor="t" anchorCtr="0"/>
      <a:lstStyle>
        <a:defPPr algn="l">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2"/>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spAutoFit/>
      </a:bodyPr>
      <a:lstStyle>
        <a:defPPr marL="0" indent="0" algn="l" defTabSz="914400" rtl="0" eaLnBrk="1" latinLnBrk="0" hangingPunct="1">
          <a:lnSpc>
            <a:spcPct val="100000"/>
          </a:lnSpc>
          <a:spcBef>
            <a:spcPts val="0"/>
          </a:spcBef>
          <a:spcAft>
            <a:spcPts val="600"/>
          </a:spcAft>
          <a:buClr>
            <a:schemeClr val="tx2"/>
          </a:buClr>
          <a:buFontTx/>
          <a:buNone/>
          <a:defRPr sz="1800" kern="1200" dirty="0" err="1" smtClean="0">
            <a:solidFill>
              <a:schemeClr val="tx1"/>
            </a:solidFill>
            <a:latin typeface="+mn-lt"/>
            <a:ea typeface="+mn-ea"/>
            <a:cs typeface="+mn-cs"/>
          </a:defRPr>
        </a:defPPr>
      </a:lstStyle>
    </a:txDef>
  </a:objectDefaults>
  <a:extraClrSchemeLst/>
  <a:custClrLst>
    <a:custClr name="Ocean Blue">
      <a:srgbClr val="035970"/>
    </a:custClr>
    <a:custClr name="Night Blue">
      <a:srgbClr val="173B68"/>
    </a:custClr>
    <a:custClr name="Sky Blue">
      <a:srgbClr val="7B9AC0"/>
    </a:custClr>
    <a:custClr name="Turquoise">
      <a:srgbClr val="009A97"/>
    </a:custClr>
    <a:custClr name="Yellow">
      <a:srgbClr val="FAD022"/>
    </a:custClr>
    <a:custClr name="Orange">
      <a:srgbClr val="E96D0C"/>
    </a:custClr>
    <a:custClr name="Purple">
      <a:srgbClr val="8D1E77"/>
    </a:custClr>
    <a:custClr name="Red">
      <a:srgbClr val="AC1640"/>
    </a:custClr>
    <a:custClr name="Cyan">
      <a:srgbClr val="079EDA"/>
    </a:custClr>
    <a:custClr name="Green">
      <a:srgbClr val="508130"/>
    </a:custClr>
    <a:custClr name="Ocean Blue darker">
      <a:srgbClr val="024152"/>
    </a:custClr>
    <a:custClr name="Night Blue darker">
      <a:srgbClr val="133155"/>
    </a:custClr>
    <a:custClr name="Sky Blue darker">
      <a:srgbClr val="5179A9"/>
    </a:custClr>
    <a:custClr name="Turquoise darker">
      <a:srgbClr val="00777A"/>
    </a:custClr>
    <a:custClr name="Yellow darker">
      <a:srgbClr val="D2A000"/>
    </a:custClr>
    <a:custClr name="Orange darker">
      <a:srgbClr val="AF5009"/>
    </a:custClr>
    <a:custClr name="Purple darker">
      <a:srgbClr val="6B175B"/>
    </a:custClr>
    <a:custClr name="Red darker">
      <a:srgbClr val="76102D"/>
    </a:custClr>
    <a:custClr name="Cyan darker">
      <a:srgbClr val="05709B"/>
    </a:custClr>
    <a:custClr name="Green darker">
      <a:srgbClr val="365620"/>
    </a:custClr>
    <a:custClr name="Ocean Blue 30% lighter">
      <a:srgbClr val="4F8B9B"/>
    </a:custClr>
    <a:custClr name="Night Blue 30% lighter">
      <a:srgbClr val="687F9D"/>
    </a:custClr>
    <a:custClr name="Sky Blue 30% lighter">
      <a:srgbClr val="A8BED4"/>
    </a:custClr>
    <a:custClr name="Turquoise 30% lighter">
      <a:srgbClr val="66C2C1"/>
    </a:custClr>
    <a:custClr name="Yellow 30% lighter">
      <a:srgbClr val="FCE37A"/>
    </a:custClr>
    <a:custClr name="Orange 30% lighter">
      <a:srgbClr val="F69954"/>
    </a:custClr>
    <a:custClr name="Purple 30% lighter">
      <a:srgbClr val="BB78AD"/>
    </a:custClr>
    <a:custClr name="Red 30% lighter">
      <a:srgbClr val="CD738C"/>
    </a:custClr>
    <a:custClr name="Cyan 30% lighter">
      <a:srgbClr val="6DCBF1"/>
    </a:custClr>
    <a:custClr name="Green 30% lighter">
      <a:srgbClr val="8BB86D"/>
    </a:custClr>
    <a:custClr name="Ocean Blue 60% lighter">
      <a:srgbClr val="A7C5CD"/>
    </a:custClr>
    <a:custClr name="Night Blue 60% lighter">
      <a:srgbClr val="B9C4D1"/>
    </a:custClr>
    <a:custClr name="Sky Blue 60% lighter">
      <a:srgbClr val="D0DDE8"/>
    </a:custClr>
    <a:custClr name="Turquoise 60% lighter">
      <a:srgbClr val="B2E0E0"/>
    </a:custClr>
    <a:custClr name="Yellow 60% lighter">
      <a:srgbClr val="FDF1BC"/>
    </a:custClr>
    <a:custClr name="Orange 60% lighter">
      <a:srgbClr val="FBCCA9"/>
    </a:custClr>
    <a:custClr name="Purple 60% lighter">
      <a:srgbClr val="DDBBD6"/>
    </a:custClr>
    <a:custClr name="Red 60% lighter">
      <a:srgbClr val="E6B9C5"/>
    </a:custClr>
    <a:custClr name="Cyan 60% lighter">
      <a:srgbClr val="B1E7FD"/>
    </a:custClr>
    <a:custClr name="Green 60% lighter">
      <a:srgbClr val="C9DEBB"/>
    </a:custClr>
  </a:custClrLst>
  <a:extLst>
    <a:ext uri="{05A4C25C-085E-4340-85A3-A5531E510DB2}">
      <thm15:themeFamily xmlns:thm15="http://schemas.microsoft.com/office/thememl/2012/main" name="BLANK - Logo Legibility_2.pptx" id="{8B48DFBA-F3A5-47FE-8116-0F152EAA5068}" vid="{EF0C07A0-9125-4B0E-9BCC-C6F86E73A63D}"/>
    </a:ext>
  </a:extLst>
</a:theme>
</file>

<file path=ppt/theme/theme2.xml><?xml version="1.0" encoding="utf-8"?>
<a:theme xmlns:a="http://schemas.openxmlformats.org/drawingml/2006/main" name="Office">
  <a:themeElements>
    <a:clrScheme name="BMW Group 2021">
      <a:dk1>
        <a:srgbClr val="000000"/>
      </a:dk1>
      <a:lt1>
        <a:srgbClr val="FFFFFF"/>
      </a:lt1>
      <a:dk2>
        <a:srgbClr val="035970"/>
      </a:dk2>
      <a:lt2>
        <a:srgbClr val="92A2BD"/>
      </a:lt2>
      <a:accent1>
        <a:srgbClr val="548D9E"/>
      </a:accent1>
      <a:accent2>
        <a:srgbClr val="85ACB9"/>
      </a:accent2>
      <a:accent3>
        <a:srgbClr val="ABC4CF"/>
      </a:accent3>
      <a:accent4>
        <a:srgbClr val="C8D7E0"/>
      </a:accent4>
      <a:accent5>
        <a:srgbClr val="DEE5EC"/>
      </a:accent5>
      <a:accent6>
        <a:srgbClr val="E8EBF1"/>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52C4B1EC7453F640AC4486184CB98267" ma:contentTypeVersion="5" ma:contentTypeDescription="Ein neues Dokument erstellen." ma:contentTypeScope="" ma:versionID="4c84307e1f5bd918af960347128cac4d">
  <xsd:schema xmlns:xsd="http://www.w3.org/2001/XMLSchema" xmlns:xs="http://www.w3.org/2001/XMLSchema" xmlns:p="http://schemas.microsoft.com/office/2006/metadata/properties" xmlns:ns3="7e462366-61a1-426d-80dd-b130ffdc5cd3" targetNamespace="http://schemas.microsoft.com/office/2006/metadata/properties" ma:root="true" ma:fieldsID="cbf25718846c8814f91ce5a70d16f211" ns3:_="">
    <xsd:import namespace="7e462366-61a1-426d-80dd-b130ffdc5cd3"/>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462366-61a1-426d-80dd-b130ffdc5cd3"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e462366-61a1-426d-80dd-b130ffdc5cd3" xsi:nil="true"/>
  </documentManagement>
</p:properties>
</file>

<file path=customXml/itemProps1.xml><?xml version="1.0" encoding="utf-8"?>
<ds:datastoreItem xmlns:ds="http://schemas.openxmlformats.org/officeDocument/2006/customXml" ds:itemID="{7F058727-59DB-4643-ABA9-B264DCEFDF6E}">
  <ds:schemaRefs>
    <ds:schemaRef ds:uri="http://schemas.microsoft.com/sharepoint/v3/contenttype/forms"/>
  </ds:schemaRefs>
</ds:datastoreItem>
</file>

<file path=customXml/itemProps2.xml><?xml version="1.0" encoding="utf-8"?>
<ds:datastoreItem xmlns:ds="http://schemas.openxmlformats.org/officeDocument/2006/customXml" ds:itemID="{8E96633A-D2AD-4962-8D27-E49DFF835345}">
  <ds:schemaRefs>
    <ds:schemaRef ds:uri="7e462366-61a1-426d-80dd-b130ffdc5cd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BCFCD65-5E41-44CF-873A-DAEC5C00A6EC}">
  <ds:schemaRefs>
    <ds:schemaRef ds:uri="7e462366-61a1-426d-80dd-b130ffdc5cd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e6935750-240b-48e4-a615-66942a738439}" enabled="1" method="Standard" siteId="{ce849bab-cc1c-465b-b62e-18f07c9ac198}" removed="0"/>
</clbl:labelList>
</file>

<file path=docProps/app.xml><?xml version="1.0" encoding="utf-8"?>
<Properties xmlns="http://schemas.openxmlformats.org/officeDocument/2006/extended-properties" xmlns:vt="http://schemas.openxmlformats.org/officeDocument/2006/docPropsVTypes">
  <Template>TM10001115[[fn=Parcel]]</Template>
  <TotalTime>0</TotalTime>
  <Words>1517</Words>
  <Application>Microsoft Office PowerPoint</Application>
  <PresentationFormat>Widescreen</PresentationFormat>
  <Paragraphs>213</Paragraphs>
  <Slides>24</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4" baseType="lpstr">
      <vt:lpstr>Archivo</vt:lpstr>
      <vt:lpstr>Arial</vt:lpstr>
      <vt:lpstr>BMW Group Condensed</vt:lpstr>
      <vt:lpstr>BMW Group Condensed Bold</vt:lpstr>
      <vt:lpstr>BMWGroupTN Condensed</vt:lpstr>
      <vt:lpstr>Calibri</vt:lpstr>
      <vt:lpstr>system-ui</vt:lpstr>
      <vt:lpstr>Wingdings</vt:lpstr>
      <vt:lpstr>BMW Group 2021</vt:lpstr>
      <vt:lpstr>think-cell Folie</vt:lpstr>
      <vt:lpstr>Total vehicle quality management tv-435 Training on fmea(failure mode &amp; effect analysis) method  </vt:lpstr>
      <vt:lpstr>AN INTRODUCTION</vt:lpstr>
      <vt:lpstr>Introduction to vda fmea</vt:lpstr>
      <vt:lpstr>FAILURE MODE AND EFFECT ANALYSIS (fmea)</vt:lpstr>
      <vt:lpstr>HISTORY AND ITS EVOLUTION</vt:lpstr>
      <vt:lpstr>HISTORY AND EVOLUTION OF FMEA</vt:lpstr>
      <vt:lpstr>Evolution of fmea</vt:lpstr>
      <vt:lpstr>TYPES-ITS PURPOSE AND OUTCOME</vt:lpstr>
      <vt:lpstr>Types of VDA FMEA </vt:lpstr>
      <vt:lpstr>THE 7 STEP APPROACH</vt:lpstr>
      <vt:lpstr>The 7 step approach in  Process-fmea </vt:lpstr>
      <vt:lpstr>THE 7 STEP APPROACH</vt:lpstr>
      <vt:lpstr>THE 7 STEP APPROACH</vt:lpstr>
      <vt:lpstr>The 7 step approach</vt:lpstr>
      <vt:lpstr>The 7 step approach</vt:lpstr>
      <vt:lpstr>Action priority</vt:lpstr>
      <vt:lpstr>The 7 step approach</vt:lpstr>
      <vt:lpstr>The 7 step approach</vt:lpstr>
      <vt:lpstr>Process-fmea procedure</vt:lpstr>
      <vt:lpstr> BMW mini process-fmea TEMPLATE</vt:lpstr>
      <vt:lpstr>Sample of process-fmea method</vt:lpstr>
      <vt:lpstr>Sample of process-fmea method</vt:lpstr>
      <vt:lpstr>Process-fmea  activity</vt:lpstr>
      <vt:lpstr>Failure mode and effects analysis do’s and don’t’s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Ganesh Brahma, (QXZ6F06)</dc:creator>
  <cp:lastModifiedBy>Nagarajan Ganesh Kumar, TV-4352</cp:lastModifiedBy>
  <cp:revision>26</cp:revision>
  <dcterms:created xsi:type="dcterms:W3CDTF">2025-09-19T09:23:02Z</dcterms:created>
  <dcterms:modified xsi:type="dcterms:W3CDTF">2025-12-05T08:52:10Z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0x01010052C4B1EC7453F640AC4486184CB98267</vt:lpwstr>
  </property>
  <property fmtid="{D5CDD505-2E9C-101B-9397-08002B2CF9AE}" pid="3" name="ClassificationContentMarkingFooterLocations">
    <vt:lpwstr>BMW Group 2021:4\BMW Group 16\:9:7</vt:lpwstr>
  </property>
  <property fmtid="{D5CDD505-2E9C-101B-9397-08002B2CF9AE}" pid="4" name="ClassificationContentMarkingFooterText">
    <vt:lpwstr>CONFIDENTIAL</vt:lpwstr>
  </property>
</Properties>
</file>