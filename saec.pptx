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F53BCD-CEA0-4D0D-AAEF-B9FE220DCA1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BEE770-0CA2-47DD-9D87-37D5A9416E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696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BEE770-0CA2-47DD-9D87-37D5A9416E2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471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A3E0B-56AE-E235-B39B-A3FB99F100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514AB3-6726-AFC3-E345-E3D5B3CD25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3B813-84C6-1A4F-1266-D5E05CB9E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735FC-95EE-4A3F-8C2E-84FB3B36123C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DBE8B-C843-5C54-9257-A85053C19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388C5-4EB6-9593-D4EE-6554E409A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1E730-1963-4AEB-B2C3-8C0B7034C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084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6084F-E73F-7760-BADA-8BD29090F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181D5-E50B-1DE8-432D-59255C97B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F3103-3640-AE91-373A-82F13CD82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735FC-95EE-4A3F-8C2E-84FB3B36123C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B042D-83DC-885E-9612-85B89CCFE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0B996-6085-453C-DAF8-AF1607DBA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1E730-1963-4AEB-B2C3-8C0B7034C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536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5B11C-F453-BB9F-5AD3-0934B76A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BDBA9-C9C4-1409-E0FE-6788766D24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2F7E8-9F29-59C7-0FF2-038D391AB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735FC-95EE-4A3F-8C2E-84FB3B36123C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8A8A0-40F0-F4C8-5471-DAE6E2D1D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BCACE-91AB-89FD-E82B-FB42B9E09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1E730-1963-4AEB-B2C3-8C0B7034C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605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06416-6455-7649-A1C1-8D23D97C5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760C6-26E5-6002-57C9-56297B2595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3559E2-6B82-13F8-D5C9-9018986574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08A2A9-70E9-6665-6C32-06464C3FC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735FC-95EE-4A3F-8C2E-84FB3B36123C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4C2092-8E76-9101-932E-7B1B5C49B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BACE0E-C438-12B5-3C29-D514331D2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1E730-1963-4AEB-B2C3-8C0B7034C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4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83AF7-FE60-24CE-E6E7-6E6FDCC71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F063C6-CB0B-4893-7F40-CE94ADC87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EC366A-11ED-5C3F-E6FF-BBBC9157AE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63A1EF-CA63-8F3E-5CDF-0D80A37F86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F6BD6B-816F-3FBD-B9FD-C6E5CFD8B6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267141-105A-EA73-809D-193F8166A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735FC-95EE-4A3F-8C2E-84FB3B36123C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19BA9C-4B63-A43B-04BA-6454FC082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0F9F93-2704-7E38-7CA2-865AAF646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1E730-1963-4AEB-B2C3-8C0B7034C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609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CF243-FD78-D680-8C59-6B2D0F634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4B5D98-B76A-D655-2214-A6E7C7D03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735FC-95EE-4A3F-8C2E-84FB3B36123C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88DC2C-8606-A160-837D-63E3A4472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AB533B-DAF6-60A1-44AA-3D04A9B8F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1E730-1963-4AEB-B2C3-8C0B7034C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203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82A664-54DD-D457-6BA4-9D52811BF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735FC-95EE-4A3F-8C2E-84FB3B36123C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91D50B-D9EA-8B51-1BE3-DB38793BB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7214DA-DDA4-225B-CB20-B548162F3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1E730-1963-4AEB-B2C3-8C0B7034C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546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E54F7-34EF-B3B7-1D81-FECD264CB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A198A-537A-3A5E-9DD9-262A078AF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0290E0-434D-F6DD-580A-179CCB90C6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7BD3D1-FDFE-6710-FB7B-AE8080500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735FC-95EE-4A3F-8C2E-84FB3B36123C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8A3794-360F-1047-29E5-A04F04185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E7E5A-80B9-A599-96BC-2BF5E6386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1E730-1963-4AEB-B2C3-8C0B7034C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251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6F83D-5A05-F3D8-82DC-D8AD08F30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134CD4-752D-5866-908F-FCAFBA30C3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2598E-C346-22B2-92D3-377BD226D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2D510-D5A1-2FFB-EC5F-BB6FE73CA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735FC-95EE-4A3F-8C2E-84FB3B36123C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2897A4-FE33-1604-7104-36588EF6E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58AD14-8937-C477-E8AF-8AB4BD560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1E730-1963-4AEB-B2C3-8C0B7034C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440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690B9-976D-AA10-3D73-E71080868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E92537-751E-F5FD-336E-2C509DCE6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4CB8D-A646-5A78-6014-41F3FD9BA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735FC-95EE-4A3F-8C2E-84FB3B36123C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2C6E8-346D-4E43-9158-610E9CC33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71BF3-DDFA-7B5A-9AAF-1A553DF84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1E730-1963-4AEB-B2C3-8C0B7034C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211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5560DD-3D4D-2051-A7C8-BA62908D9D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FD7D17-7DF3-541B-CDB0-7EA5415167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B38DB-306F-C12E-6B4A-29E68FF64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735FC-95EE-4A3F-8C2E-84FB3B36123C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26A16-A7D1-F5F8-50F9-76444F1F5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185D0-08C6-5F86-0871-16742C401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1E730-1963-4AEB-B2C3-8C0B7034C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596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91777F-8D6E-1A28-D095-89819A7B0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F45CD-2AD4-EA5F-3459-B18943378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2BAFB-6C5D-C7E9-91E5-6A77426CB3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A735FC-95EE-4A3F-8C2E-84FB3B36123C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95C4A1-E903-38AC-AE5A-1553D6964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FD58A3-3AE7-2E64-16AA-DDBEB12128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C1E730-1963-4AEB-B2C3-8C0B7034C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533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CB87A-A726-8370-64B0-3C49E47D22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E8F671-180D-31F0-2449-15388D319A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B9620E-30E3-1F64-85D4-BB3A3E10F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317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756DB-3C9C-DD35-D217-43F75579E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CF23C-A4C0-A0E7-F5E2-AD80F68EA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B5470E-6DA9-D40F-8B21-FCA34ED6A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333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1896E-FB7F-73DE-15D1-27EF5AEFE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42248-4765-A1B6-A521-697EA56EB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9B70BF-2E4C-C773-84C6-D33910BCB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924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C8E3E-322E-AF92-60EC-7F387FFE0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704BC-3AD8-C9B0-9D81-627B9D02E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1C8C18-2F28-E0BE-D7E5-ED57AA8F6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906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30AE6-776C-9ACC-8EAB-B104D2022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D4E80-C341-E0A8-9FD2-0ABFD3B9B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CECC61-BD60-EE41-5628-FFB038732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235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24CE5-D150-735F-14CC-AC0CCDE53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27301-D1EA-C36E-8274-A4152D093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A81782-5C22-4A4F-1E7D-87EF22589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054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96BF0-E802-D4AE-238C-03B51B9D8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561D6-9B88-473E-3457-126DCDECA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E723CB-CE18-808F-9B32-789A8E65E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138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Kalidas Aditya</dc:creator>
  <cp:lastModifiedBy>Kalidas Aditya</cp:lastModifiedBy>
  <cp:revision>2</cp:revision>
  <dcterms:created xsi:type="dcterms:W3CDTF">2025-12-11T07:50:56Z</dcterms:created>
  <dcterms:modified xsi:type="dcterms:W3CDTF">2025-12-11T08:28:34Z</dcterms:modified>
</cp:coreProperties>
</file>