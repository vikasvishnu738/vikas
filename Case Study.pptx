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5" r:id="rId4"/>
  </p:sldMasterIdLst>
  <p:notesMasterIdLst>
    <p:notesMasterId r:id="rId13"/>
  </p:notesMasterIdLst>
  <p:handoutMasterIdLst>
    <p:handoutMasterId r:id="rId14"/>
  </p:handoutMasterIdLst>
  <p:sldIdLst>
    <p:sldId id="369" r:id="rId5"/>
    <p:sldId id="370" r:id="rId6"/>
    <p:sldId id="371" r:id="rId7"/>
    <p:sldId id="372" r:id="rId8"/>
    <p:sldId id="373" r:id="rId9"/>
    <p:sldId id="374" r:id="rId10"/>
    <p:sldId id="375" r:id="rId11"/>
    <p:sldId id="376" r:id="rId12"/>
  </p:sldIdLst>
  <p:sldSz cx="12192000" cy="6858000"/>
  <p:notesSz cx="6858000" cy="9144000"/>
  <p:custDataLst>
    <p:tags r:id="rId15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nerbeck Anke, CB-1" initials="DAC" lastIdx="16" clrIdx="0">
    <p:extLst>
      <p:ext uri="{19B8F6BF-5375-455C-9EA6-DF929625EA0E}">
        <p15:presenceInfo xmlns:p15="http://schemas.microsoft.com/office/powerpoint/2012/main" userId="S::anke.dannerbeck@bmwgroup.com::fd0449d5-378d-4b92-af7e-1dec4ec42989" providerId="AD"/>
      </p:ext>
    </p:extLst>
  </p:cmAuthor>
  <p:cmAuthor id="2" name="Mazur Karen, AU-1" initials="MKA" lastIdx="21" clrIdx="1">
    <p:extLst>
      <p:ext uri="{19B8F6BF-5375-455C-9EA6-DF929625EA0E}">
        <p15:presenceInfo xmlns:p15="http://schemas.microsoft.com/office/powerpoint/2012/main" userId="Mazur Karen, AU-1" providerId="None"/>
      </p:ext>
    </p:extLst>
  </p:cmAuthor>
  <p:cmAuthor id="3" name="Karen" initials="K" lastIdx="1" clrIdx="2">
    <p:extLst>
      <p:ext uri="{19B8F6BF-5375-455C-9EA6-DF929625EA0E}">
        <p15:presenceInfo xmlns:p15="http://schemas.microsoft.com/office/powerpoint/2012/main" userId="Kare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6F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C083E6E3-FA7D-4D7B-A595-EF9225AFEA82}">
  <a:tblStyle styleId="{C083E6E3-FA7D-4D7B-A595-EF9225AFEA82}" styleName="Helle Formatvorlage 1 - Akz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/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/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081" autoAdjust="0"/>
  </p:normalViewPr>
  <p:slideViewPr>
    <p:cSldViewPr snapToGrid="0">
      <p:cViewPr varScale="1">
        <p:scale>
          <a:sx n="111" d="100"/>
          <a:sy n="111" d="100"/>
        </p:scale>
        <p:origin x="59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77" d="100"/>
          <a:sy n="77" d="100"/>
        </p:scale>
        <p:origin x="398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gs" Target="tags/tag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3581A5-E4C6-4927-B3C0-8FAA582B9D53}" type="datetimeFigureOut">
              <a:rPr lang="de-DE" smtClean="0">
                <a:latin typeface="BMWGroupTN Condensed" pitchFamily="50" charset="0"/>
              </a:rPr>
              <a:t>24.11.2025</a:t>
            </a:fld>
            <a:endParaRPr lang="de-DE" dirty="0">
              <a:latin typeface="BMWGroupTN Condensed" pitchFamily="50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>
              <a:latin typeface="BMWGroupTN Condensed" pitchFamily="50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AB3B58-435A-4CAB-BEDA-B203A898BBFC}" type="slidenum">
              <a:rPr lang="de-DE" smtClean="0">
                <a:latin typeface="BMWGroupTN Condensed" pitchFamily="50" charset="0"/>
              </a:rPr>
              <a:t>‹#›</a:t>
            </a:fld>
            <a:endParaRPr lang="de-DE" dirty="0">
              <a:latin typeface="BMWGroupTN Condense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445513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C9ACC0F7-209C-4EE4-A1D5-BFF0CBCA9BC3}" type="datetimeFigureOut">
              <a:rPr lang="de-DE" smtClean="0"/>
              <a:pPr/>
              <a:t>24.11.2025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BMWGroupTN Condensed" pitchFamily="50" charset="0"/>
              </a:defRPr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BMWGroupTN Condensed" pitchFamily="50" charset="0"/>
              </a:defRPr>
            </a:lvl1pPr>
          </a:lstStyle>
          <a:p>
            <a:fld id="{845B7A2B-9D63-4AB1-9A7A-EE5F31796489}" type="slidenum">
              <a:rPr lang="de-DE" smtClean="0"/>
              <a:pPr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322659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BMWGroupTN Condensed" pitchFamily="50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5B7A2B-9D63-4AB1-9A7A-EE5F31796489}" type="slidenum">
              <a:rPr lang="de-DE" smtClean="0"/>
              <a:pPr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10921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openxmlformats.org/officeDocument/2006/relationships/oleObject" Target="../embeddings/oleObject2.bin"/><Relationship Id="rId7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svg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| Full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E701C665-C272-490E-8A21-0107CBA54ED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22916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E701C665-C272-490E-8A21-0107CBA54E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8">
            <a:extLst>
              <a:ext uri="{FF2B5EF4-FFF2-40B4-BE49-F238E27FC236}">
                <a16:creationId xmlns:a16="http://schemas.microsoft.com/office/drawing/2014/main" id="{4E0EF039-EC0F-446F-B82A-2FB6C817C8AF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0" y="0"/>
            <a:ext cx="12192000" cy="657226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/>
          <a:lstStyle>
            <a:lvl1pPr marL="0" indent="0" rtl="0">
              <a:lnSpc>
                <a:spcPct val="100000"/>
              </a:lnSpc>
              <a:spcAft>
                <a:spcPts val="600"/>
              </a:spcAft>
              <a:buNone/>
              <a:defRPr/>
            </a:lvl1pPr>
          </a:lstStyle>
          <a:p>
            <a:r>
              <a:rPr lang="de-DE" noProof="0" dirty="0"/>
              <a:t> </a:t>
            </a:r>
          </a:p>
        </p:txBody>
      </p:sp>
      <p:sp>
        <p:nvSpPr>
          <p:cNvPr id="14" name="Textplatzhalter 14">
            <a:extLst>
              <a:ext uri="{FF2B5EF4-FFF2-40B4-BE49-F238E27FC236}">
                <a16:creationId xmlns:a16="http://schemas.microsoft.com/office/drawing/2014/main" id="{88DEDB73-663D-4E69-BA2A-A35D3F0824E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537701" y="5887328"/>
            <a:ext cx="2654300" cy="419100"/>
          </a:xfrm>
          <a:custGeom>
            <a:avLst/>
            <a:gdLst>
              <a:gd name="connsiteX0" fmla="*/ 262299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  <a:gd name="connsiteX0" fmla="*/ 203807 w 1762125"/>
              <a:gd name="connsiteY0" fmla="*/ 0 h 363401"/>
              <a:gd name="connsiteX1" fmla="*/ 1762125 w 1762125"/>
              <a:gd name="connsiteY1" fmla="*/ 0 h 363401"/>
              <a:gd name="connsiteX2" fmla="*/ 1762125 w 1762125"/>
              <a:gd name="connsiteY2" fmla="*/ 363401 h 363401"/>
              <a:gd name="connsiteX3" fmla="*/ 0 w 1762125"/>
              <a:gd name="connsiteY3" fmla="*/ 363401 h 363401"/>
              <a:gd name="connsiteX4" fmla="*/ 203807 w 1762125"/>
              <a:gd name="connsiteY4" fmla="*/ 0 h 36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62125" h="363401">
                <a:moveTo>
                  <a:pt x="203807" y="0"/>
                </a:moveTo>
                <a:lnTo>
                  <a:pt x="1762125" y="0"/>
                </a:lnTo>
                <a:lnTo>
                  <a:pt x="1762125" y="363401"/>
                </a:lnTo>
                <a:lnTo>
                  <a:pt x="0" y="363401"/>
                </a:lnTo>
                <a:lnTo>
                  <a:pt x="203807" y="0"/>
                </a:lnTo>
                <a:close/>
              </a:path>
            </a:pathLst>
          </a:custGeom>
          <a:solidFill>
            <a:schemeClr val="tx2"/>
          </a:solidFill>
          <a:ln w="19050">
            <a:noFill/>
            <a:miter lim="800000"/>
          </a:ln>
          <a:effectLst>
            <a:outerShdw dist="25400" dir="14400000" algn="br" rotWithShape="0">
              <a:schemeClr val="bg1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432054" tIns="72000" rIns="504000" bIns="72000" rtlCol="0" anchor="ctr" anchorCtr="0">
            <a:noAutofit/>
          </a:bodyPr>
          <a:lstStyle>
            <a:lvl1pPr marL="0" indent="0">
              <a:spcAft>
                <a:spcPts val="0"/>
              </a:spcAft>
              <a:buFontTx/>
              <a:buNone/>
              <a:defRPr lang="de-DE" sz="1800" dirty="0">
                <a:solidFill>
                  <a:schemeClr val="bg1"/>
                </a:solidFill>
              </a:defRPr>
            </a:lvl1pPr>
          </a:lstStyle>
          <a:p>
            <a:pPr marL="0" lvl="0"/>
            <a:r>
              <a:rPr lang="de-DE" dirty="0" err="1"/>
              <a:t>Dept</a:t>
            </a:r>
            <a:r>
              <a:rPr lang="de-DE" dirty="0"/>
              <a:t>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0" y="3837978"/>
            <a:ext cx="12192000" cy="1376513"/>
          </a:xfrm>
          <a:noFill/>
        </p:spPr>
        <p:txBody>
          <a:bodyPr vert="horz" wrap="square" lIns="572400" tIns="72000" rIns="572400" bIns="72000" anchor="b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presentation title, two lines maximum.</a:t>
            </a:r>
            <a:br>
              <a:rPr lang="en-US" noProof="0" dirty="0"/>
            </a:br>
            <a:r>
              <a:rPr lang="en-US" noProof="0" dirty="0"/>
              <a:t>text can be moved vertically.</a:t>
            </a:r>
            <a:endParaRPr lang="de-DE" noProof="0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 hasCustomPrompt="1"/>
          </p:nvPr>
        </p:nvSpPr>
        <p:spPr>
          <a:xfrm>
            <a:off x="0" y="5311365"/>
            <a:ext cx="12192000" cy="453183"/>
          </a:xfrm>
          <a:prstGeom prst="rect">
            <a:avLst/>
          </a:prstGeom>
          <a:noFill/>
        </p:spPr>
        <p:txBody>
          <a:bodyPr wrap="square" lIns="572400" tIns="72000" rIns="572400" bIns="72000">
            <a:spAutoFit/>
          </a:bodyPr>
          <a:lstStyle>
            <a:lvl1pPr marL="0" indent="0" algn="l" rtl="0">
              <a:lnSpc>
                <a:spcPct val="100000"/>
              </a:lnSpc>
              <a:spcAft>
                <a:spcPts val="0"/>
              </a:spcAft>
              <a:buNone/>
              <a:defRPr sz="2000" b="0" cap="all" baseline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noProof="0" dirty="0" err="1"/>
              <a:t>SubTitle</a:t>
            </a:r>
            <a:r>
              <a:rPr lang="de-DE" noProof="0" dirty="0"/>
              <a:t>,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</a:t>
            </a:r>
            <a:r>
              <a:rPr lang="en-US" noProof="0" dirty="0"/>
              <a:t>maximum</a:t>
            </a:r>
            <a:r>
              <a:rPr lang="de-DE" noProof="0" dirty="0"/>
              <a:t>.</a:t>
            </a:r>
          </a:p>
        </p:txBody>
      </p:sp>
      <p:sp>
        <p:nvSpPr>
          <p:cNvPr id="17" name="SmartArt-Platzhalter 6">
            <a:extLst>
              <a:ext uri="{FF2B5EF4-FFF2-40B4-BE49-F238E27FC236}">
                <a16:creationId xmlns:a16="http://schemas.microsoft.com/office/drawing/2014/main" id="{BEF5298C-10DE-4459-A25C-6BF3ABC562A5}"/>
              </a:ext>
            </a:extLst>
          </p:cNvPr>
          <p:cNvSpPr>
            <a:spLocks noGrp="1" noChangeAspect="1"/>
          </p:cNvSpPr>
          <p:nvPr>
            <p:ph type="dgm" sz="quarter" idx="24" hasCustomPrompt="1"/>
          </p:nvPr>
        </p:nvSpPr>
        <p:spPr>
          <a:xfrm>
            <a:off x="572400" y="572399"/>
            <a:ext cx="1099906" cy="572400"/>
          </a:xfrm>
          <a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8" name="SmartArt-Platzhalter 4">
            <a:extLst>
              <a:ext uri="{FF2B5EF4-FFF2-40B4-BE49-F238E27FC236}">
                <a16:creationId xmlns:a16="http://schemas.microsoft.com/office/drawing/2014/main" id="{FCCF42BF-D9E0-4820-BABA-DAF1A43D227B}"/>
              </a:ext>
            </a:extLst>
          </p:cNvPr>
          <p:cNvSpPr>
            <a:spLocks noGrp="1" noChangeAspect="1"/>
          </p:cNvSpPr>
          <p:nvPr>
            <p:ph type="dgm" sz="quarter" idx="23" hasCustomPrompt="1"/>
          </p:nvPr>
        </p:nvSpPr>
        <p:spPr>
          <a:xfrm>
            <a:off x="9947294" y="572400"/>
            <a:ext cx="1672306" cy="572400"/>
          </a:xfr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400">
                <a:solidFill>
                  <a:schemeClr val="tx2"/>
                </a:solidFill>
              </a:defRPr>
            </a:lvl1pPr>
          </a:lstStyle>
          <a:p>
            <a:r>
              <a:rPr lang="de-DE" dirty="0"/>
              <a:t>.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8B21A6-8453-43A9-BD65-C40990DB6E0F}"/>
              </a:ext>
            </a:extLst>
          </p:cNvPr>
          <p:cNvSpPr/>
          <p:nvPr userDrawn="1"/>
        </p:nvSpPr>
        <p:spPr bwMode="white">
          <a:xfrm>
            <a:off x="11001080" y="6608189"/>
            <a:ext cx="1190920" cy="249811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l"/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0156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59" userDrawn="1">
          <p15:clr>
            <a:srgbClr val="FBAE40"/>
          </p15:clr>
        </p15:guide>
        <p15:guide id="2" pos="732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| Half Area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EF5BEF2A-9A1E-4EAC-B0F5-2DDB471F424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44460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EF5BEF2A-9A1E-4EAC-B0F5-2DDB471F424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platzhalter 6">
            <a:extLst>
              <a:ext uri="{FF2B5EF4-FFF2-40B4-BE49-F238E27FC236}">
                <a16:creationId xmlns:a16="http://schemas.microsoft.com/office/drawing/2014/main" id="{26B223D4-141A-4CF8-A0E8-2BDBE75FE81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79425" y="1422302"/>
            <a:ext cx="6369154" cy="1144352"/>
          </a:xfrm>
        </p:spPr>
        <p:txBody>
          <a:bodyPr wrap="square" lIns="0" tIns="0" rIns="0" bIns="0">
            <a:spAutoFit/>
          </a:bodyPr>
          <a:lstStyle>
            <a:lvl1pPr marL="0" indent="0" rtl="0">
              <a:lnSpc>
                <a:spcPct val="100000"/>
              </a:lnSpc>
              <a:buFontTx/>
              <a:buNone/>
              <a:defRPr sz="7200" b="1">
                <a:solidFill>
                  <a:schemeClr val="tx2"/>
                </a:solidFill>
              </a:defRPr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de-DE" noProof="0" dirty="0"/>
              <a:t>A1</a:t>
            </a:r>
          </a:p>
        </p:txBody>
      </p:sp>
      <p:sp>
        <p:nvSpPr>
          <p:cNvPr id="7" name="Bildplatzhalter 6">
            <a:extLst>
              <a:ext uri="{FF2B5EF4-FFF2-40B4-BE49-F238E27FC236}">
                <a16:creationId xmlns:a16="http://schemas.microsoft.com/office/drawing/2014/main" id="{69518E7B-00FD-45A8-91EB-08EBB2BB7FA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343270" y="1"/>
            <a:ext cx="4848730" cy="6570481"/>
          </a:xfrm>
          <a:gradFill>
            <a:gsLst>
              <a:gs pos="1000">
                <a:schemeClr val="tx2"/>
              </a:gs>
              <a:gs pos="100000">
                <a:schemeClr val="accent2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>
            <a:lvl1pPr marL="0" indent="0" rtl="0">
              <a:lnSpc>
                <a:spcPct val="100000"/>
              </a:lnSpc>
              <a:buNone/>
              <a:defRPr lang="en-GB">
                <a:latin typeface="BMWGroupTN Condensed" pitchFamily="50" charset="0"/>
              </a:defRPr>
            </a:lvl1pPr>
          </a:lstStyle>
          <a:p>
            <a:pPr marL="0" lvl="0"/>
            <a:r>
              <a:rPr lang="de-DE" noProof="0" dirty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479808" y="2565951"/>
            <a:ext cx="6374130" cy="1846659"/>
          </a:xfrm>
          <a:noFill/>
        </p:spPr>
        <p:txBody>
          <a:bodyPr vert="horz" wrap="square" lIns="0" tIns="0" rIns="0" bIns="0" anchor="t" anchorCtr="0">
            <a:spAutoFit/>
          </a:bodyPr>
          <a:lstStyle>
            <a:lvl1pPr algn="l" rtl="0">
              <a:lnSpc>
                <a:spcPct val="100000"/>
              </a:lnSpc>
              <a:spcAft>
                <a:spcPts val="0"/>
              </a:spcAft>
              <a:defRPr sz="4000" b="0" cap="all" baseline="0">
                <a:solidFill>
                  <a:schemeClr val="tx1"/>
                </a:solidFill>
              </a:defRPr>
            </a:lvl1pPr>
          </a:lstStyle>
          <a:p>
            <a:r>
              <a:rPr lang="de-DE" noProof="0" dirty="0" err="1"/>
              <a:t>Divider</a:t>
            </a:r>
            <a:r>
              <a:rPr lang="de-DE" noProof="0" dirty="0"/>
              <a:t>.</a:t>
            </a:r>
            <a:br>
              <a:rPr lang="de-DE" noProof="0" dirty="0"/>
            </a:br>
            <a:r>
              <a:rPr lang="de-DE" noProof="0" dirty="0" err="1"/>
              <a:t>Coloured</a:t>
            </a:r>
            <a:r>
              <a:rPr lang="de-DE" noProof="0" dirty="0"/>
              <a:t> Area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br>
              <a:rPr lang="de-DE" noProof="0" dirty="0"/>
            </a:br>
            <a:r>
              <a:rPr lang="de-DE" noProof="0" dirty="0"/>
              <a:t>Picture on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right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13489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EE7053F-DB9B-44B2-AD0F-3AB1F6CB57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31938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EE7053F-DB9B-44B2-AD0F-3AB1F6CB57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5953048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C568A48D-FC8F-4A69-A7C6-8F5625DC62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39781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C568A48D-FC8F-4A69-A7C6-8F5625DC62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65323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04" userDrawn="1">
          <p15:clr>
            <a:srgbClr val="FBAE40"/>
          </p15:clr>
        </p15:guide>
        <p15:guide id="12" pos="397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5D995C9-90CA-4EE8-9DD8-83F67413969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80251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5D995C9-90CA-4EE8-9DD8-83F67413969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3628" cy="400110"/>
          </a:xfrm>
        </p:spPr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416655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0">
          <p15:clr>
            <a:srgbClr val="FBAE40"/>
          </p15:clr>
        </p15:guide>
        <p15:guide id="2" pos="2712">
          <p15:clr>
            <a:srgbClr val="FBAE40"/>
          </p15:clr>
        </p15:guide>
        <p15:guide id="3" pos="5118">
          <p15:clr>
            <a:srgbClr val="FBAE40"/>
          </p15:clr>
        </p15:guide>
        <p15:guide id="4" pos="497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6A87CDE6-4D31-464C-B238-7EB6F6DBD01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2681867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6A87CDE6-4D31-464C-B238-7EB6F6DBD01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66885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68">
          <p15:clr>
            <a:srgbClr val="FBAE40"/>
          </p15:clr>
        </p15:guide>
        <p15:guide id="2" pos="2111">
          <p15:clr>
            <a:srgbClr val="FBAE40"/>
          </p15:clr>
        </p15:guide>
        <p15:guide id="3" pos="3771">
          <p15:clr>
            <a:srgbClr val="FBAE40"/>
          </p15:clr>
        </p15:guide>
        <p15:guide id="4" pos="3915">
          <p15:clr>
            <a:srgbClr val="FBAE40"/>
          </p15:clr>
        </p15:guide>
        <p15:guide id="5" pos="5576">
          <p15:clr>
            <a:srgbClr val="FBAE40"/>
          </p15:clr>
        </p15:guide>
        <p15:guide id="6" pos="57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05645238-9DEC-4A72-9BA1-F517092FAE0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12322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05645238-9DEC-4A72-9BA1-F517092FAE0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 rtl="0"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2689306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4" pos="3704" userDrawn="1">
          <p15:clr>
            <a:srgbClr val="FBAE40"/>
          </p15:clr>
        </p15:guide>
        <p15:guide id="15" pos="3976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  <p15:guide id="17" orient="horz" pos="236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D1CCC0F5-E43D-4616-B7C4-E058ADB680B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587288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D1CCC0F5-E43D-4616-B7C4-E058ADB680B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D9028297-F8A3-40B3-AA36-477ABB38F3E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11224684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cap="all" baseline="0"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5680529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9873D050-8C41-4684-9B1D-81971AB5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65626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9873D050-8C41-4684-9B1D-81971AB5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Inhaltsplatzhalter 2">
            <a:extLst>
              <a:ext uri="{FF2B5EF4-FFF2-40B4-BE49-F238E27FC236}">
                <a16:creationId xmlns:a16="http://schemas.microsoft.com/office/drawing/2014/main" id="{BA9CD6AC-9C73-4D8F-9F5C-1CF35772BD3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317288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4EA6A0CB-E01D-4647-9CEB-66AA9684281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6" y="1413933"/>
            <a:ext cx="5396342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1880990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711" userDrawn="1">
          <p15:clr>
            <a:srgbClr val="FBAE40"/>
          </p15:clr>
        </p15:guide>
        <p15:guide id="6" pos="397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F7C54160-9C46-4866-882D-50B5C096B1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66127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F7C54160-9C46-4866-882D-50B5C096B1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Inhaltsplatzhalter 3">
            <a:extLst>
              <a:ext uri="{FF2B5EF4-FFF2-40B4-BE49-F238E27FC236}">
                <a16:creationId xmlns:a16="http://schemas.microsoft.com/office/drawing/2014/main" id="{3988BB4E-F1CA-4BC0-993D-C218662BA852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8116069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2">
            <a:extLst>
              <a:ext uri="{FF2B5EF4-FFF2-40B4-BE49-F238E27FC236}">
                <a16:creationId xmlns:a16="http://schemas.microsoft.com/office/drawing/2014/main" id="{0D7FB171-0CB4-4740-8625-DD15BF1FF8D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6" name="Inhaltsplatzhalter 1">
            <a:extLst>
              <a:ext uri="{FF2B5EF4-FFF2-40B4-BE49-F238E27FC236}">
                <a16:creationId xmlns:a16="http://schemas.microsoft.com/office/drawing/2014/main" id="{51462A60-9CA1-461B-A29A-E91D63B6095E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359756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6050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577" userDrawn="1">
          <p15:clr>
            <a:srgbClr val="FBAE40"/>
          </p15:clr>
        </p15:guide>
        <p15:guide id="4" pos="4978" userDrawn="1">
          <p15:clr>
            <a:srgbClr val="FBAE40"/>
          </p15:clr>
        </p15:guide>
        <p15:guide id="5" pos="2710" userDrawn="1">
          <p15:clr>
            <a:srgbClr val="FBAE40"/>
          </p15:clr>
        </p15:guide>
        <p15:guide id="6" pos="511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2562CC6E-EDA2-4F9E-A09B-A2E54AB188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791017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2562CC6E-EDA2-4F9E-A09B-A2E54AB188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Inhaltsplatzhalter 4">
            <a:extLst>
              <a:ext uri="{FF2B5EF4-FFF2-40B4-BE49-F238E27FC236}">
                <a16:creationId xmlns:a16="http://schemas.microsoft.com/office/drawing/2014/main" id="{8BA2F5EE-5EBD-4514-8AF6-B05EC345392F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9069460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2" name="Inhaltsplatzhalter 3">
            <a:extLst>
              <a:ext uri="{FF2B5EF4-FFF2-40B4-BE49-F238E27FC236}">
                <a16:creationId xmlns:a16="http://schemas.microsoft.com/office/drawing/2014/main" id="{60EC06ED-6F07-4680-9AE2-23D7698B36DA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6209289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30" name="Inhaltsplatzhalter 2">
            <a:extLst>
              <a:ext uri="{FF2B5EF4-FFF2-40B4-BE49-F238E27FC236}">
                <a16:creationId xmlns:a16="http://schemas.microsoft.com/office/drawing/2014/main" id="{027E4EC2-9005-40D4-918C-FD11293AE431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3349118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8" name="Inhaltsplatzhalter 1">
            <a:extLst>
              <a:ext uri="{FF2B5EF4-FFF2-40B4-BE49-F238E27FC236}">
                <a16:creationId xmlns:a16="http://schemas.microsoft.com/office/drawing/2014/main" id="{CD857AE5-6C50-432B-94B7-EC5D4821331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88947" y="1413933"/>
            <a:ext cx="264417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6340684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pos="5705" userDrawn="1">
          <p15:clr>
            <a:srgbClr val="FBAE40"/>
          </p15:clr>
        </p15:guide>
        <p15:guide id="7" pos="1977" userDrawn="1">
          <p15:clr>
            <a:srgbClr val="FBAE40"/>
          </p15:clr>
        </p15:guide>
        <p15:guide id="8" pos="2104" userDrawn="1">
          <p15:clr>
            <a:srgbClr val="FBAE40"/>
          </p15:clr>
        </p15:guide>
        <p15:guide id="9" pos="3777" userDrawn="1">
          <p15:clr>
            <a:srgbClr val="FBAE40"/>
          </p15:clr>
        </p15:guide>
        <p15:guide id="10" pos="3905" userDrawn="1">
          <p15:clr>
            <a:srgbClr val="FBAE40"/>
          </p15:clr>
        </p15:guide>
        <p15:guide id="11" pos="557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| 2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78D39B1E-A015-4084-940D-8BBABCAACD8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82133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78D39B1E-A015-4084-940D-8BBABCAACD8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Inhaltsplatzhalter 4"/>
          <p:cNvSpPr>
            <a:spLocks noGrp="1"/>
          </p:cNvSpPr>
          <p:nvPr>
            <p:ph sz="quarter" idx="13" hasCustomPrompt="1"/>
          </p:nvPr>
        </p:nvSpPr>
        <p:spPr>
          <a:xfrm>
            <a:off x="6317289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8" name="Inhaltsplatzhalter 3"/>
          <p:cNvSpPr>
            <a:spLocks noGrp="1"/>
          </p:cNvSpPr>
          <p:nvPr>
            <p:ph sz="quarter" idx="12" hasCustomPrompt="1"/>
          </p:nvPr>
        </p:nvSpPr>
        <p:spPr>
          <a:xfrm>
            <a:off x="488947" y="3968784"/>
            <a:ext cx="5396342" cy="233994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6" name="Inhaltsplatzhalter 2"/>
          <p:cNvSpPr>
            <a:spLocks noGrp="1"/>
          </p:cNvSpPr>
          <p:nvPr>
            <p:ph sz="quarter" idx="11" hasCustomPrompt="1"/>
          </p:nvPr>
        </p:nvSpPr>
        <p:spPr>
          <a:xfrm>
            <a:off x="6317289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2"/>
            <a:ext cx="5396342" cy="233885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1397895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711" userDrawn="1">
          <p15:clr>
            <a:srgbClr val="FBAE40"/>
          </p15:clr>
        </p15:guide>
        <p15:guide id="14" pos="3977" userDrawn="1">
          <p15:clr>
            <a:srgbClr val="FBAE40"/>
          </p15:clr>
        </p15:guide>
        <p15:guide id="15" orient="horz" pos="2365" userDrawn="1">
          <p15:clr>
            <a:srgbClr val="FBAE40"/>
          </p15:clr>
        </p15:guide>
        <p15:guide id="16" orient="horz" pos="250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Are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54C7F330-3D64-4FB0-93F8-C1BA49AFA82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925357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54C7F330-3D64-4FB0-93F8-C1BA49AFA8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>
                <a:tab pos="4927600" algn="l"/>
              </a:tabLs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3" name="Rechteck 2">
            <a:extLst>
              <a:ext uri="{FF2B5EF4-FFF2-40B4-BE49-F238E27FC236}">
                <a16:creationId xmlns:a16="http://schemas.microsoft.com/office/drawing/2014/main" id="{1DF2DED3-0602-4827-AE5B-D7DA542659F4}"/>
              </a:ext>
            </a:extLst>
          </p:cNvPr>
          <p:cNvSpPr>
            <a:spLocks/>
          </p:cNvSpPr>
          <p:nvPr userDrawn="1"/>
        </p:nvSpPr>
        <p:spPr>
          <a:xfrm>
            <a:off x="0" y="1244598"/>
            <a:ext cx="12192000" cy="5326065"/>
          </a:xfrm>
          <a:prstGeom prst="rect">
            <a:avLst/>
          </a:prstGeom>
          <a:gradFill>
            <a:gsLst>
              <a:gs pos="1000">
                <a:schemeClr val="accent4"/>
              </a:gs>
              <a:gs pos="100000">
                <a:schemeClr val="accent6"/>
              </a:gs>
            </a:gsLst>
            <a:lin ang="5400000" scaled="0"/>
          </a:gradFill>
        </p:spPr>
        <p:txBody>
          <a:bodyPr vert="horz" lIns="0" tIns="0" rIns="0" bIns="720000" rtlCol="0" anchor="ctr" anchorCtr="0">
            <a:noAutofit/>
          </a:bodyPr>
          <a:lstStyle/>
          <a:p>
            <a:pPr lvl="0" indent="0"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 typeface="Wingdings" panose="05000000000000000000" pitchFamily="2" charset="2"/>
              <a:buNone/>
            </a:pPr>
            <a:endParaRPr lang="de-D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67884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F2FD9A65-9362-4228-B368-164FA84D17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565250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F2FD9A65-9362-4228-B368-164FA84D17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6316130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4" name="Bildplatzhalter 1">
            <a:extLst>
              <a:ext uri="{FF2B5EF4-FFF2-40B4-BE49-F238E27FC236}">
                <a16:creationId xmlns:a16="http://schemas.microsoft.com/office/drawing/2014/main" id="{5730C142-F37E-4F0E-997D-1B4882F0DF69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</p:spTree>
    <p:extLst>
      <p:ext uri="{BB962C8B-B14F-4D97-AF65-F5344CB8AC3E}">
        <p14:creationId xmlns:p14="http://schemas.microsoft.com/office/powerpoint/2010/main" val="36274417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1" pos="3713" userDrawn="1">
          <p15:clr>
            <a:srgbClr val="FBAE40"/>
          </p15:clr>
        </p15:guide>
        <p15:guide id="12" pos="3969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4E3B85CB-7648-45C2-8AA4-9F501EFD04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647526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4E3B85CB-7648-45C2-8AA4-9F501EFD04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Inhaltsplatzhalter 1"/>
          <p:cNvSpPr>
            <a:spLocks noGrp="1"/>
          </p:cNvSpPr>
          <p:nvPr>
            <p:ph sz="quarter" idx="10" hasCustomPrompt="1"/>
          </p:nvPr>
        </p:nvSpPr>
        <p:spPr>
          <a:xfrm>
            <a:off x="488947" y="1413933"/>
            <a:ext cx="5397501" cy="489479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5" name="Bildplatzhalter 3">
            <a:extLst>
              <a:ext uri="{FF2B5EF4-FFF2-40B4-BE49-F238E27FC236}">
                <a16:creationId xmlns:a16="http://schemas.microsoft.com/office/drawing/2014/main" id="{5FB2A3B7-A796-4B19-828B-216A63DF688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05553" y="1413933"/>
            <a:ext cx="5886447" cy="4894792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1039621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9" pos="3713">
          <p15:clr>
            <a:srgbClr val="FBAE40"/>
          </p15:clr>
        </p15:guide>
        <p15:guide id="10" pos="3969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8ECEF4E8-D1ED-4741-8EA5-2F059DE1A8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541619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8ECEF4E8-D1ED-4741-8EA5-2F059DE1A8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Bildplatzhalter 2">
            <a:extLst>
              <a:ext uri="{FF2B5EF4-FFF2-40B4-BE49-F238E27FC236}">
                <a16:creationId xmlns:a16="http://schemas.microsoft.com/office/drawing/2014/main" id="{21DD1C87-BB96-419F-854D-07AA4BC5BBB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17289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7" name="Bildplatzhalter 1">
            <a:extLst>
              <a:ext uri="{FF2B5EF4-FFF2-40B4-BE49-F238E27FC236}">
                <a16:creationId xmlns:a16="http://schemas.microsoft.com/office/drawing/2014/main" id="{002A9939-48F2-4545-B99B-4FBDD4F4661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88947" y="1413933"/>
            <a:ext cx="5396342" cy="2338866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2" name="Inhaltsplatzhalter 1">
            <a:extLst>
              <a:ext uri="{FF2B5EF4-FFF2-40B4-BE49-F238E27FC236}">
                <a16:creationId xmlns:a16="http://schemas.microsoft.com/office/drawing/2014/main" id="{21A07BCC-CBB3-45C5-871C-CEC015A95C5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968797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3" name="Inhaltsplatzhalter 1">
            <a:extLst>
              <a:ext uri="{FF2B5EF4-FFF2-40B4-BE49-F238E27FC236}">
                <a16:creationId xmlns:a16="http://schemas.microsoft.com/office/drawing/2014/main" id="{4842ABB0-6221-4430-AD7F-233AE6B84AB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316130" y="3968798"/>
            <a:ext cx="5397501" cy="2339927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8257827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3977" userDrawn="1">
          <p15:clr>
            <a:srgbClr val="FBAE40"/>
          </p15:clr>
        </p15:guide>
        <p15:guide id="14" pos="3713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58C59CFA-1435-478E-96A7-9D9FDB54C8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811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58C59CFA-1435-478E-96A7-9D9FDB54C8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3">
            <a:extLst>
              <a:ext uri="{FF2B5EF4-FFF2-40B4-BE49-F238E27FC236}">
                <a16:creationId xmlns:a16="http://schemas.microsoft.com/office/drawing/2014/main" id="{C1CC7D62-9893-4BEA-8A91-B49BF94C361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16069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2">
            <a:extLst>
              <a:ext uri="{FF2B5EF4-FFF2-40B4-BE49-F238E27FC236}">
                <a16:creationId xmlns:a16="http://schemas.microsoft.com/office/drawing/2014/main" id="{D8F13227-C5D1-4782-B063-BEEC402A95A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302508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8E88005D-BECE-427C-8BF8-4FB5D6607AF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88947" y="1413933"/>
            <a:ext cx="3597561" cy="2246089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5" name="Inhaltsplatzhalter 1">
            <a:extLst>
              <a:ext uri="{FF2B5EF4-FFF2-40B4-BE49-F238E27FC236}">
                <a16:creationId xmlns:a16="http://schemas.microsoft.com/office/drawing/2014/main" id="{F618BC1E-BA4B-4C2D-9055-151550F2576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7" name="Inhaltsplatzhalter 1">
            <a:extLst>
              <a:ext uri="{FF2B5EF4-FFF2-40B4-BE49-F238E27FC236}">
                <a16:creationId xmlns:a16="http://schemas.microsoft.com/office/drawing/2014/main" id="{39749FF8-9C62-429D-B248-147D3882DD4E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4302508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18" name="Inhaltsplatzhalter 1">
            <a:extLst>
              <a:ext uri="{FF2B5EF4-FFF2-40B4-BE49-F238E27FC236}">
                <a16:creationId xmlns:a16="http://schemas.microsoft.com/office/drawing/2014/main" id="{0B2A38E1-027A-4A9E-9C3E-5F354A4A6ADC}"/>
              </a:ext>
            </a:extLst>
          </p:cNvPr>
          <p:cNvSpPr>
            <a:spLocks noGrp="1"/>
          </p:cNvSpPr>
          <p:nvPr>
            <p:ph sz="quarter" idx="20" hasCustomPrompt="1"/>
          </p:nvPr>
        </p:nvSpPr>
        <p:spPr>
          <a:xfrm>
            <a:off x="8116069" y="3876023"/>
            <a:ext cx="3597561" cy="2432702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1214648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3" pos="2577" userDrawn="1">
          <p15:clr>
            <a:srgbClr val="FBAE40"/>
          </p15:clr>
        </p15:guide>
        <p15:guide id="14" pos="2710" userDrawn="1">
          <p15:clr>
            <a:srgbClr val="FBAE40"/>
          </p15:clr>
        </p15:guide>
        <p15:guide id="15" pos="4978" userDrawn="1">
          <p15:clr>
            <a:srgbClr val="FBAE40"/>
          </p15:clr>
        </p15:guide>
        <p15:guide id="16" pos="511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| Picture |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>
            <a:extLst>
              <a:ext uri="{FF2B5EF4-FFF2-40B4-BE49-F238E27FC236}">
                <a16:creationId xmlns:a16="http://schemas.microsoft.com/office/drawing/2014/main" id="{B11DD4F3-1611-4813-B014-B6F6B1F774E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24047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4" name="Objekt 3" hidden="1">
                        <a:extLst>
                          <a:ext uri="{FF2B5EF4-FFF2-40B4-BE49-F238E27FC236}">
                            <a16:creationId xmlns:a16="http://schemas.microsoft.com/office/drawing/2014/main" id="{B11DD4F3-1611-4813-B014-B6F6B1F774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Bildplatzhalter 4">
            <a:extLst>
              <a:ext uri="{FF2B5EF4-FFF2-40B4-BE49-F238E27FC236}">
                <a16:creationId xmlns:a16="http://schemas.microsoft.com/office/drawing/2014/main" id="{EA143C20-52BF-4891-994E-588F799371BA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069460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5" name="Bildplatzhalter 3">
            <a:extLst>
              <a:ext uri="{FF2B5EF4-FFF2-40B4-BE49-F238E27FC236}">
                <a16:creationId xmlns:a16="http://schemas.microsoft.com/office/drawing/2014/main" id="{9B1A1B6B-6B2F-4D5A-91A8-C5161E45AB04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09289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073F01E6-A077-4F39-A94E-9EFE54D2E4E8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349118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11" name="Bildplatzhalter 1">
            <a:extLst>
              <a:ext uri="{FF2B5EF4-FFF2-40B4-BE49-F238E27FC236}">
                <a16:creationId xmlns:a16="http://schemas.microsoft.com/office/drawing/2014/main" id="{320CFD8C-6A4A-4FAB-822D-054B82DCFD42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88947" y="1413934"/>
            <a:ext cx="2644171" cy="2246091"/>
          </a:xfrm>
          <a:pattFill prst="dkUpDiag">
            <a:fgClr>
              <a:schemeClr val="accent1"/>
            </a:fgClr>
            <a:bgClr>
              <a:schemeClr val="bg1"/>
            </a:bgClr>
          </a:pattFill>
        </p:spPr>
        <p:txBody>
          <a:bodyPr bIns="720000" anchor="ctr" anchorCtr="1"/>
          <a:lstStyle>
            <a:lvl1pPr marL="0" indent="0">
              <a:buFontTx/>
              <a:buNone/>
              <a:defRPr/>
            </a:lvl1pPr>
          </a:lstStyle>
          <a:p>
            <a:r>
              <a:rPr lang="de-DE" dirty="0"/>
              <a:t>Click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add</a:t>
            </a:r>
            <a:r>
              <a:rPr lang="de-DE" dirty="0"/>
              <a:t> </a:t>
            </a:r>
            <a:r>
              <a:rPr lang="de-DE" dirty="0" err="1"/>
              <a:t>picture</a:t>
            </a:r>
            <a:r>
              <a:rPr lang="de-DE" dirty="0"/>
              <a:t>.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8947" y="347184"/>
            <a:ext cx="11224684" cy="400110"/>
          </a:xfrm>
        </p:spPr>
        <p:txBody>
          <a:bodyPr vert="horz"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/>
            </a:lvl1pPr>
          </a:lstStyle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All Caps.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maximum.</a:t>
            </a:r>
          </a:p>
        </p:txBody>
      </p:sp>
      <p:sp>
        <p:nvSpPr>
          <p:cNvPr id="19" name="Inhaltsplatzhalter 1">
            <a:extLst>
              <a:ext uri="{FF2B5EF4-FFF2-40B4-BE49-F238E27FC236}">
                <a16:creationId xmlns:a16="http://schemas.microsoft.com/office/drawing/2014/main" id="{6CE7BB11-9C21-456E-83D7-62B9D458E21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88947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0" name="Inhaltsplatzhalter 1">
            <a:extLst>
              <a:ext uri="{FF2B5EF4-FFF2-40B4-BE49-F238E27FC236}">
                <a16:creationId xmlns:a16="http://schemas.microsoft.com/office/drawing/2014/main" id="{27E42A5D-C99D-4B3C-99B7-053CF69A119E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349118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1" name="Inhaltsplatzhalter 1">
            <a:extLst>
              <a:ext uri="{FF2B5EF4-FFF2-40B4-BE49-F238E27FC236}">
                <a16:creationId xmlns:a16="http://schemas.microsoft.com/office/drawing/2014/main" id="{7DCDE22D-7C60-4E83-A6E8-C458BFB9DFCA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209289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  <p:sp>
        <p:nvSpPr>
          <p:cNvPr id="22" name="Inhaltsplatzhalter 1">
            <a:extLst>
              <a:ext uri="{FF2B5EF4-FFF2-40B4-BE49-F238E27FC236}">
                <a16:creationId xmlns:a16="http://schemas.microsoft.com/office/drawing/2014/main" id="{BC839F12-6E68-4D1C-B187-9307DD85F16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069460" y="3876025"/>
            <a:ext cx="2644171" cy="2432700"/>
          </a:xfrm>
        </p:spPr>
        <p:txBody>
          <a:bodyPr/>
          <a:lstStyle>
            <a:lvl1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1pPr>
            <a:lvl2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2pPr>
            <a:lvl3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3pPr>
            <a:lvl4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600"/>
            </a:lvl4pPr>
            <a:lvl5pPr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400"/>
            </a:lvl5pPr>
          </a:lstStyle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r>
              <a:rPr lang="de-DE" noProof="0" dirty="0"/>
              <a:t>.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insert</a:t>
            </a:r>
            <a:r>
              <a:rPr lang="de-DE" noProof="0" dirty="0"/>
              <a:t> </a:t>
            </a:r>
            <a:r>
              <a:rPr lang="de-DE" noProof="0" dirty="0" err="1"/>
              <a:t>content</a:t>
            </a:r>
            <a:r>
              <a:rPr lang="de-DE" noProof="0" dirty="0"/>
              <a:t> like a </a:t>
            </a:r>
            <a:r>
              <a:rPr lang="de-DE" noProof="0" dirty="0" err="1"/>
              <a:t>table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diagram</a:t>
            </a:r>
            <a:r>
              <a:rPr lang="de-DE" noProof="0" dirty="0"/>
              <a:t> just </a:t>
            </a:r>
            <a:r>
              <a:rPr lang="de-DE" noProof="0" dirty="0" err="1"/>
              <a:t>click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icon</a:t>
            </a:r>
            <a:r>
              <a:rPr lang="de-DE" noProof="0" dirty="0"/>
              <a:t> in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middle</a:t>
            </a:r>
            <a:r>
              <a:rPr lang="de-DE" noProof="0" dirty="0"/>
              <a:t> </a:t>
            </a:r>
            <a:r>
              <a:rPr lang="de-DE" noProof="0" dirty="0" err="1"/>
              <a:t>of</a:t>
            </a:r>
            <a:r>
              <a:rPr lang="de-DE" noProof="0" dirty="0"/>
              <a:t> </a:t>
            </a:r>
            <a:r>
              <a:rPr lang="de-DE" noProof="0" dirty="0" err="1"/>
              <a:t>the</a:t>
            </a:r>
            <a:r>
              <a:rPr lang="de-DE" noProof="0" dirty="0"/>
              <a:t> </a:t>
            </a:r>
            <a:r>
              <a:rPr lang="de-DE" noProof="0" dirty="0" err="1"/>
              <a:t>placeholder</a:t>
            </a:r>
            <a:r>
              <a:rPr lang="de-DE" noProof="0" dirty="0"/>
              <a:t>.</a:t>
            </a:r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endParaRPr lang="de-DE" noProof="0" dirty="0"/>
          </a:p>
        </p:txBody>
      </p:sp>
    </p:spTree>
    <p:extLst>
      <p:ext uri="{BB962C8B-B14F-4D97-AF65-F5344CB8AC3E}">
        <p14:creationId xmlns:p14="http://schemas.microsoft.com/office/powerpoint/2010/main" val="22960473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5" pos="1977" userDrawn="1">
          <p15:clr>
            <a:srgbClr val="FBAE40"/>
          </p15:clr>
        </p15:guide>
        <p15:guide id="16" pos="2104" userDrawn="1">
          <p15:clr>
            <a:srgbClr val="FBAE40"/>
          </p15:clr>
        </p15:guide>
        <p15:guide id="17" pos="3911" userDrawn="1">
          <p15:clr>
            <a:srgbClr val="FBAE40"/>
          </p15:clr>
        </p15:guide>
        <p15:guide id="18" pos="3777" userDrawn="1">
          <p15:clr>
            <a:srgbClr val="FBAE40"/>
          </p15:clr>
        </p15:guide>
        <p15:guide id="19" pos="5711" userDrawn="1">
          <p15:clr>
            <a:srgbClr val="FBAE40"/>
          </p15:clr>
        </p15:guide>
        <p15:guide id="20" pos="5576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ey N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kt 4" hidden="1">
            <a:extLst>
              <a:ext uri="{FF2B5EF4-FFF2-40B4-BE49-F238E27FC236}">
                <a16:creationId xmlns:a16="http://schemas.microsoft.com/office/drawing/2014/main" id="{85183DF9-0121-47E6-9B72-30EF7AB86C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957706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3" imgW="344" imgH="344" progId="TCLayout.ActiveDocument.1">
                  <p:embed/>
                </p:oleObj>
              </mc:Choice>
              <mc:Fallback>
                <p:oleObj name="think-cell Folie" r:id="rId3" imgW="344" imgH="344" progId="TCLayout.ActiveDocument.1">
                  <p:embed/>
                  <p:pic>
                    <p:nvPicPr>
                      <p:cNvPr id="5" name="Objekt 4" hidden="1">
                        <a:extLst>
                          <a:ext uri="{FF2B5EF4-FFF2-40B4-BE49-F238E27FC236}">
                            <a16:creationId xmlns:a16="http://schemas.microsoft.com/office/drawing/2014/main" id="{85183DF9-0121-47E6-9B72-30EF7AB86C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Bildplatzhalter 1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570482"/>
          </a:xfrm>
          <a:gradFill>
            <a:gsLst>
              <a:gs pos="100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</a:gradFill>
        </p:spPr>
        <p:txBody>
          <a:bodyPr vert="horz" lIns="0" tIns="0" rIns="0" bIns="0" rtlCol="0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lang="de-DE" noProof="0"/>
            </a:lvl1pPr>
          </a:lstStyle>
          <a:p>
            <a:pPr marL="0" lvl="0" indent="0">
              <a:buNone/>
            </a:pPr>
            <a:r>
              <a:rPr lang="de-DE" noProof="0"/>
              <a:t> 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1412875"/>
            <a:ext cx="12202578" cy="1449216"/>
          </a:xfrm>
          <a:noFill/>
        </p:spPr>
        <p:txBody>
          <a:bodyPr vert="horz" lIns="572400" tIns="108000" rIns="572400" bIns="108000"/>
          <a:lstStyle>
            <a:lvl1pPr algn="l" rtl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4000">
                <a:solidFill>
                  <a:schemeClr val="bg1"/>
                </a:solidFill>
              </a:defRPr>
            </a:lvl1pPr>
          </a:lstStyle>
          <a:p>
            <a:r>
              <a:rPr lang="de-DE" noProof="0" dirty="0"/>
              <a:t>Key Note </a:t>
            </a:r>
            <a:r>
              <a:rPr lang="de-DE" noProof="0" dirty="0" err="1"/>
              <a:t>slide</a:t>
            </a:r>
            <a:r>
              <a:rPr lang="de-DE" noProof="0" dirty="0"/>
              <a:t> </a:t>
            </a:r>
            <a:r>
              <a:rPr lang="de-DE" noProof="0" dirty="0" err="1"/>
              <a:t>with</a:t>
            </a:r>
            <a:r>
              <a:rPr lang="de-DE" noProof="0" dirty="0"/>
              <a:t> </a:t>
            </a:r>
            <a:r>
              <a:rPr lang="de-DE" noProof="0" dirty="0" err="1"/>
              <a:t>or</a:t>
            </a:r>
            <a:r>
              <a:rPr lang="de-DE" noProof="0" dirty="0"/>
              <a:t> </a:t>
            </a:r>
            <a:r>
              <a:rPr lang="de-DE" noProof="0" dirty="0" err="1"/>
              <a:t>without</a:t>
            </a:r>
            <a:r>
              <a:rPr lang="de-DE" noProof="0" dirty="0"/>
              <a:t> Picture. </a:t>
            </a:r>
            <a:br>
              <a:rPr lang="de-DE" noProof="0" dirty="0"/>
            </a:br>
            <a:r>
              <a:rPr lang="de-DE" noProof="0" dirty="0"/>
              <a:t>(Short!) Text </a:t>
            </a:r>
            <a:r>
              <a:rPr lang="de-DE" noProof="0" dirty="0" err="1"/>
              <a:t>can</a:t>
            </a:r>
            <a:r>
              <a:rPr lang="de-DE" noProof="0" dirty="0"/>
              <a:t> </a:t>
            </a:r>
            <a:r>
              <a:rPr lang="de-DE" noProof="0" dirty="0" err="1"/>
              <a:t>be</a:t>
            </a:r>
            <a:r>
              <a:rPr lang="de-DE" noProof="0" dirty="0"/>
              <a:t> </a:t>
            </a:r>
            <a:r>
              <a:rPr lang="de-DE" noProof="0" dirty="0" err="1"/>
              <a:t>moved</a:t>
            </a:r>
            <a:r>
              <a:rPr lang="de-DE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84003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2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Objekt 9" hidden="1">
            <a:extLst>
              <a:ext uri="{FF2B5EF4-FFF2-40B4-BE49-F238E27FC236}">
                <a16:creationId xmlns:a16="http://schemas.microsoft.com/office/drawing/2014/main" id="{09EE4F16-695E-4248-98E9-D0E744B1D25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7158572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22" imgW="344" imgH="344" progId="TCLayout.ActiveDocument.1">
                  <p:embed/>
                </p:oleObj>
              </mc:Choice>
              <mc:Fallback>
                <p:oleObj name="think-cell Folie" r:id="rId22" imgW="344" imgH="344" progId="TCLayout.ActiveDocument.1">
                  <p:embed/>
                  <p:pic>
                    <p:nvPicPr>
                      <p:cNvPr id="10" name="Objekt 9" hidden="1">
                        <a:extLst>
                          <a:ext uri="{FF2B5EF4-FFF2-40B4-BE49-F238E27FC236}">
                            <a16:creationId xmlns:a16="http://schemas.microsoft.com/office/drawing/2014/main" id="{09EE4F16-695E-4248-98E9-D0E744B1D25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platzhalter 1"/>
          <p:cNvSpPr>
            <a:spLocks noGrp="1"/>
          </p:cNvSpPr>
          <p:nvPr>
            <p:ph type="body" idx="1"/>
          </p:nvPr>
        </p:nvSpPr>
        <p:spPr>
          <a:xfrm>
            <a:off x="488947" y="1413933"/>
            <a:ext cx="11224684" cy="48947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</a:t>
            </a:r>
            <a:r>
              <a:rPr lang="de-DE" noProof="0" dirty="0" err="1"/>
              <a:t>text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/>
              <a:t>Forth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88947" y="347184"/>
            <a:ext cx="11224684" cy="40011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/>
          <a:p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Action Title. 26pt. </a:t>
            </a:r>
            <a:r>
              <a:rPr lang="de-DE" noProof="0" dirty="0" err="1"/>
              <a:t>Uppercase</a:t>
            </a:r>
            <a:r>
              <a:rPr lang="de-DE" noProof="0" dirty="0"/>
              <a:t>. </a:t>
            </a:r>
            <a:r>
              <a:rPr lang="de-DE" noProof="0" dirty="0" err="1"/>
              <a:t>Two</a:t>
            </a:r>
            <a:r>
              <a:rPr lang="de-DE" noProof="0" dirty="0"/>
              <a:t> </a:t>
            </a:r>
            <a:r>
              <a:rPr lang="de-DE" noProof="0" dirty="0" err="1"/>
              <a:t>lines</a:t>
            </a:r>
            <a:r>
              <a:rPr lang="de-DE" noProof="0" dirty="0"/>
              <a:t> max.</a:t>
            </a:r>
          </a:p>
        </p:txBody>
      </p:sp>
      <p:cxnSp>
        <p:nvCxnSpPr>
          <p:cNvPr id="9" name="BMW Group Trennlinie">
            <a:extLst>
              <a:ext uri="{FF2B5EF4-FFF2-40B4-BE49-F238E27FC236}">
                <a16:creationId xmlns:a16="http://schemas.microsoft.com/office/drawing/2014/main" id="{BC1828C9-D469-4FB9-A7A2-6539CE4617FD}"/>
              </a:ext>
            </a:extLst>
          </p:cNvPr>
          <p:cNvCxnSpPr/>
          <p:nvPr userDrawn="1"/>
        </p:nvCxnSpPr>
        <p:spPr>
          <a:xfrm>
            <a:off x="-1" y="6572265"/>
            <a:ext cx="12192001" cy="0"/>
          </a:xfrm>
          <a:prstGeom prst="line">
            <a:avLst/>
          </a:prstGeom>
          <a:ln w="12700">
            <a:solidFill>
              <a:schemeClr val="tx1">
                <a:alpha val="2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eitenzahlAU1">
            <a:extLst>
              <a:ext uri="{FF2B5EF4-FFF2-40B4-BE49-F238E27FC236}">
                <a16:creationId xmlns:a16="http://schemas.microsoft.com/office/drawing/2014/main" id="{2222059C-550C-4186-A024-687BF66686BC}"/>
              </a:ext>
            </a:extLst>
          </p:cNvPr>
          <p:cNvSpPr/>
          <p:nvPr userDrawn="1"/>
        </p:nvSpPr>
        <p:spPr>
          <a:xfrm>
            <a:off x="11338527" y="6638189"/>
            <a:ext cx="37510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/>
          <a:p>
            <a:pPr lvl="0" algn="r" rtl="0"/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- </a:t>
            </a:r>
            <a:fld id="{13EADCD7-5958-46D5-9257-6B99F6E48D58}" type="slidenum">
              <a:rPr lang="en-GB" sz="1000" noProof="0" smtClean="0">
                <a:solidFill>
                  <a:schemeClr val="tx1">
                    <a:lumMod val="65000"/>
                    <a:lumOff val="35000"/>
                  </a:schemeClr>
                </a:solidFill>
              </a:rPr>
              <a:pPr lvl="0" algn="r" rtl="0"/>
              <a:t>‹#›</a:t>
            </a:fld>
            <a:r>
              <a:rPr lang="en-GB" sz="1000" noProof="0">
                <a:solidFill>
                  <a:schemeClr val="tx1">
                    <a:lumMod val="65000"/>
                    <a:lumOff val="35000"/>
                  </a:schemeClr>
                </a:solidFill>
              </a:rPr>
              <a:t> -</a:t>
            </a:r>
          </a:p>
        </p:txBody>
      </p:sp>
      <p:sp>
        <p:nvSpPr>
          <p:cNvPr id="12" name="FußzeileAU1">
            <a:extLst>
              <a:ext uri="{FF2B5EF4-FFF2-40B4-BE49-F238E27FC236}">
                <a16:creationId xmlns:a16="http://schemas.microsoft.com/office/drawing/2014/main" id="{90D422AA-106A-4F31-9838-F8E0F4532E2E}"/>
              </a:ext>
            </a:extLst>
          </p:cNvPr>
          <p:cNvSpPr txBox="1">
            <a:spLocks/>
          </p:cNvSpPr>
          <p:nvPr userDrawn="1"/>
        </p:nvSpPr>
        <p:spPr>
          <a:xfrm>
            <a:off x="488947" y="6638179"/>
            <a:ext cx="1372171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defPPr>
              <a:defRPr lang="de-DE"/>
            </a:defPPr>
            <a:lvl1pPr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 rtl="0"/>
            <a:r>
              <a:rPr lang="en-GB" noProof="0"/>
              <a:t>Department | Date | Author 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D42D1FA-E8D9-4B13-727E-AB675C71905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636387" y="6611620"/>
            <a:ext cx="947738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de-DE" sz="1200">
                <a:solidFill>
                  <a:srgbClr val="C00000">
                    <a:alpha val="50000"/>
                  </a:srgbClr>
                </a:solidFill>
                <a:latin typeface="BMW Group Condensed" panose="020B060602020202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288936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3" r:id="rId14"/>
    <p:sldLayoutId id="2147483714" r:id="rId15"/>
    <p:sldLayoutId id="2147483715" r:id="rId16"/>
    <p:sldLayoutId id="2147483716" r:id="rId17"/>
    <p:sldLayoutId id="2147483717" r:id="rId18"/>
    <p:sldLayoutId id="2147483718" r:id="rId19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None/>
        <a:defRPr sz="2600" b="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908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3816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2pPr>
      <a:lvl3pPr marL="5724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3pPr>
      <a:lvl4pPr marL="7632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954000" indent="-190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tx2"/>
        </a:buClr>
        <a:buFont typeface="BMW Group Condensed" panose="020B0606020202020204" pitchFamily="34" charset="0"/>
        <a:buChar char="-"/>
        <a:defRPr lang="de-DE" sz="18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02" userDrawn="1">
          <p15:clr>
            <a:srgbClr val="F26B43"/>
          </p15:clr>
        </p15:guide>
        <p15:guide id="7" orient="horz" pos="217" userDrawn="1">
          <p15:clr>
            <a:srgbClr val="F26B43"/>
          </p15:clr>
        </p15:guide>
        <p15:guide id="8" pos="7378" userDrawn="1">
          <p15:clr>
            <a:srgbClr val="F26B43"/>
          </p15:clr>
        </p15:guide>
        <p15:guide id="9" orient="horz" pos="890" userDrawn="1">
          <p15:clr>
            <a:srgbClr val="F26B43"/>
          </p15:clr>
        </p15:guide>
        <p15:guide id="10" orient="horz" pos="3974" userDrawn="1">
          <p15:clr>
            <a:srgbClr val="F26B43"/>
          </p15:clr>
        </p15:guide>
        <p15:guide id="11" orient="horz" pos="41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>
            <a:extLst>
              <a:ext uri="{FF2B5EF4-FFF2-40B4-BE49-F238E27FC236}">
                <a16:creationId xmlns:a16="http://schemas.microsoft.com/office/drawing/2014/main" id="{3DEE5C25-FA31-B3FE-BF43-36CD450ECF40}"/>
              </a:ext>
            </a:extLst>
          </p:cNvPr>
          <p:cNvPicPr>
            <a:picLocks noGrp="1" noChangeAspect="1"/>
          </p:cNvPicPr>
          <p:nvPr>
            <p:ph type="pic" sz="quarter" idx="2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0" b="2090"/>
          <a:stretch>
            <a:fillRect/>
          </a:stretch>
        </p:blipFill>
        <p:spPr>
          <a:xfrm>
            <a:off x="0" y="0"/>
            <a:ext cx="12192000" cy="6572262"/>
          </a:xfrm>
        </p:spPr>
      </p:pic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1F9DB8-A99C-422C-901C-7E61CA74DB56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773064" y="5887328"/>
            <a:ext cx="3418937" cy="419100"/>
          </a:xfrm>
        </p:spPr>
        <p:txBody>
          <a:bodyPr/>
          <a:lstStyle/>
          <a:p>
            <a:r>
              <a:rPr lang="en-GB" dirty="0"/>
              <a:t>FUNCTIONAL ANALYSIS</a:t>
            </a:r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13CB7722-4E54-47C6-B05B-5493F4208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837979"/>
            <a:ext cx="12192000" cy="1376513"/>
          </a:xfrm>
        </p:spPr>
        <p:txBody>
          <a:bodyPr/>
          <a:lstStyle/>
          <a:p>
            <a:r>
              <a:rPr lang="en-US" sz="40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Case Study: Automating Duplicate Key Matching Using Power Query</a:t>
            </a:r>
            <a:endParaRPr lang="en-GB" dirty="0"/>
          </a:p>
        </p:txBody>
      </p:sp>
      <p:sp>
        <p:nvSpPr>
          <p:cNvPr id="5" name="Untertitel 4">
            <a:extLst>
              <a:ext uri="{FF2B5EF4-FFF2-40B4-BE49-F238E27FC236}">
                <a16:creationId xmlns:a16="http://schemas.microsoft.com/office/drawing/2014/main" id="{27420C68-3E9C-4DC1-997E-9B3FA63A9B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martArt-Platzhalter 5">
            <a:extLst>
              <a:ext uri="{FF2B5EF4-FFF2-40B4-BE49-F238E27FC236}">
                <a16:creationId xmlns:a16="http://schemas.microsoft.com/office/drawing/2014/main" id="{7120ECED-4AB7-4EA7-922B-4BD51B50C061}"/>
              </a:ext>
            </a:extLst>
          </p:cNvPr>
          <p:cNvSpPr>
            <a:spLocks noGrp="1"/>
          </p:cNvSpPr>
          <p:nvPr>
            <p:ph type="dgm" sz="quarter" idx="24"/>
          </p:nvPr>
        </p:nvSpPr>
        <p:spPr>
          <a:xfrm>
            <a:off x="373992" y="343209"/>
            <a:ext cx="1099906" cy="572400"/>
          </a:xfrm>
        </p:spPr>
        <p:txBody>
          <a:bodyPr/>
          <a:lstStyle/>
          <a:p>
            <a:endParaRPr lang="en-GB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4E3F001C-3B5A-19E1-6916-674BD2BE88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1743" y="343209"/>
            <a:ext cx="3662256" cy="68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02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9019-423B-1E18-2CB9-10495686B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ABSTRACT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C4271D-B274-6462-B271-F6307D812B48}"/>
              </a:ext>
            </a:extLst>
          </p:cNvPr>
          <p:cNvSpPr txBox="1"/>
          <p:nvPr/>
        </p:nvSpPr>
        <p:spPr>
          <a:xfrm>
            <a:off x="393016" y="898838"/>
            <a:ext cx="11320615" cy="59677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1. Background  </a:t>
            </a:r>
            <a:endParaRPr lang="en-US" sz="1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On November 17, 2025, a recurring manual task was identified that consumed nearly a full working day. The task involved reconciling two Excel sheets containing duplicate keys and items. The manual process required filtering, matching, and copying data across sheets, which was both error-prone and time-intensive.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2. Problem Statement  </a:t>
            </a:r>
            <a:endParaRPr lang="en-US" sz="1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Two Excel sheets contained duplicate keys and items.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The order of keys in the second sheet did not align with the first sheet.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The first sheet had incomplete data in its second column, requiring supplementation from the second sheet.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Manual reconciliation involved: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Matching keys across sheets.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Copying the second column values from the second sheet to align with the primary key column of the first sheet.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Estimated manual effort: ~8 hours (one full day).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Risks: Human error, inconsistent data entry, and lack of audit traceability.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1381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79D92-8356-CBE3-76CE-CDC25BB35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Solution approach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4F9810-68CF-EDCA-AD48-B86FC2066BB5}"/>
              </a:ext>
            </a:extLst>
          </p:cNvPr>
          <p:cNvSpPr txBox="1"/>
          <p:nvPr/>
        </p:nvSpPr>
        <p:spPr>
          <a:xfrm>
            <a:off x="258792" y="1052423"/>
            <a:ext cx="11533517" cy="452380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To eliminate manual effort,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Power Query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was used to automate the reconciliation process.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0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Steps Taken:</a:t>
            </a:r>
            <a:endParaRPr lang="en-US" sz="20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1. Data Import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Both Excel sheets were loaded into Power Query.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2. Merge Query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 </a:t>
            </a:r>
            <a:r>
              <a:rPr lang="en-US" sz="18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Left Outer Join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was applied: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The first sheet served as the primary table.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The second sheet was merged based on the key column.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  This ensured that all keys from the first sheet were retained, with corresponding matches from the second sheet.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442346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E79BD-B511-59CB-71BB-82ED3F121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Solution approach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386C97-B4D3-E56D-9DF7-C0B7C540DBBB}"/>
              </a:ext>
            </a:extLst>
          </p:cNvPr>
          <p:cNvSpPr txBox="1"/>
          <p:nvPr/>
        </p:nvSpPr>
        <p:spPr>
          <a:xfrm>
            <a:off x="405442" y="1147313"/>
            <a:ext cx="11499011" cy="32249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3. Transformation Logic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 new column was created to pull values from the second sheet’s second column.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Transformation code ensured proper alignment with the primary key column of the first sheet.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Duplicate handling was automated to prevent mismatches.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indent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4. Output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A clean, reconciled dataset with aligned keys and complete second column values.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 The process was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reusable and scalable 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for future datasets.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B0B16E-56EB-4D88-85EF-CE4C9EBEC8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4375" y="2550987"/>
            <a:ext cx="2558153" cy="36426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0934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60FE6-9F39-9917-6DBC-EDEC81E7F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outcomes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D3E7D2-E34F-EDE2-69C6-A37969A2B846}"/>
              </a:ext>
            </a:extLst>
          </p:cNvPr>
          <p:cNvSpPr txBox="1"/>
          <p:nvPr/>
        </p:nvSpPr>
        <p:spPr>
          <a:xfrm>
            <a:off x="370936" y="1052423"/>
            <a:ext cx="11542143" cy="49095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b="1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Time Efficiency: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Manual effort reduced from ~8 hours to ~10 minutes.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98% - time savings.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Quality Improvement: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Eliminated manual filtering and copying errors.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Ensured audit-proof, repeatable process.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Scalability:  </a:t>
            </a:r>
            <a:endParaRPr lang="en-US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The automated query can be reused for similar reconciliation tasks.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  Adaptable for larger datasets without additional manual effort.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30740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9F5C0-9BFF-921A-A618-A384614C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Knowledge transfer and documentation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A94EF8-2000-6FB3-D5B5-F684CA926DAF}"/>
              </a:ext>
            </a:extLst>
          </p:cNvPr>
          <p:cNvSpPr txBox="1"/>
          <p:nvPr/>
        </p:nvSpPr>
        <p:spPr>
          <a:xfrm>
            <a:off x="388189" y="1181819"/>
            <a:ext cx="11412747" cy="53306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This case study is documented for: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Future reference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To guide team members in handling similar reconciliation tasks.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Training purposes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Demonstrating the efficiency of Power Query for data automation.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Process improvement metrics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: Highlighting measurable time savings and error reduction.</a:t>
            </a: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kern="100" dirty="0"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u="sng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Lessons Learned  </a:t>
            </a:r>
            <a:endParaRPr lang="en-US" sz="1800" u="sng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Manual reconciliation of duplicate keys is highly inefficient and prone to errors.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Power Query’s merge functionality with Left Outer Join provides a robust solution for aligning mismatched datasets.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Documenting automation processes ensures knowledge continuity and supports future audits.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7239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1D7916-A9D5-F8DF-0B25-F27FA7D7D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9D9A3-36D3-CAFA-B667-BFAB1AAE0A87}"/>
              </a:ext>
            </a:extLst>
          </p:cNvPr>
          <p:cNvSpPr txBox="1"/>
          <p:nvPr/>
        </p:nvSpPr>
        <p:spPr>
          <a:xfrm>
            <a:off x="388189" y="1319842"/>
            <a:ext cx="11325442" cy="207492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7. Conclusion  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By leveraging Power Query, a tedious, daylong manual task was transformed into a 10-minute automated workflow. This not only saved significant time but also improved data accuracy and reliability. The solution demonstrates the value of automation in everyday data management tasks and sets a precedent for adopting similar approaches across other processes.</a:t>
            </a:r>
            <a:endParaRPr lang="en-US" sz="18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FontTx/>
              <a:buNone/>
            </a:pPr>
            <a:endParaRPr lang="en-US" sz="1800" kern="1200" dirty="0" err="1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219926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599DE-2B4E-82B7-04EE-5D025FE1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/>
              <a:t>Visual workflow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75E0B8-4F41-E281-CB4A-02EDD6D1D7A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514" y="884749"/>
            <a:ext cx="3890512" cy="55398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673283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IO_CHANGETRACKING" val="true"/>
  <p:tag name="THINKCELLPRESENTATIONDONOTDELETE" val="&lt;?xml version=&quot;1.0&quot; encoding=&quot;UTF-16&quot; standalone=&quot;yes&quot;?&gt;&lt;root reqver=&quot;27037&quot;&gt;&lt;version val=&quot;32614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.%m.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MW Group">
  <a:themeElements>
    <a:clrScheme name="BMW Group 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BMW Group 2021">
      <a:majorFont>
        <a:latin typeface="BMWGroupTN Condensed"/>
        <a:ea typeface=""/>
        <a:cs typeface=""/>
      </a:majorFont>
      <a:minorFont>
        <a:latin typeface="BMWGroupTN Condensed"/>
        <a:ea typeface=""/>
        <a:cs typeface="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5"/>
        </a:solidFill>
        <a:ln w="19050">
          <a:noFill/>
          <a:miter lim="800000"/>
        </a:ln>
      </a:spPr>
      <a:bodyPr rtlCol="0" anchor="t" anchorCtr="0"/>
      <a:lstStyle>
        <a:defPPr algn="l">
          <a:defRPr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solidFill>
            <a:schemeClr val="tx2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/>
      <a:bodyPr vert="horz" wrap="square" lIns="0" tIns="0" rIns="0" bIns="0" rtlCol="0">
        <a:spAutoFit/>
      </a:bodyPr>
      <a:lstStyle>
        <a:defPPr marL="0" indent="0" algn="l" defTabSz="914400" rtl="0" eaLnBrk="1" latinLnBrk="0" hangingPunct="1">
          <a:lnSpc>
            <a:spcPct val="100000"/>
          </a:lnSpc>
          <a:spcBef>
            <a:spcPts val="0"/>
          </a:spcBef>
          <a:spcAft>
            <a:spcPts val="600"/>
          </a:spcAft>
          <a:buClr>
            <a:schemeClr val="tx2"/>
          </a:buClr>
          <a:buFontTx/>
          <a:buNone/>
          <a:defRPr sz="1800" kern="1200" dirty="0" err="1" smtClean="0">
            <a:solidFill>
              <a:schemeClr val="tx1"/>
            </a:solidFill>
            <a:latin typeface="+mn-lt"/>
            <a:ea typeface="+mn-ea"/>
            <a:cs typeface="+mn-cs"/>
          </a:defRPr>
        </a:defPPr>
      </a:lstStyle>
    </a:txDef>
  </a:objectDefaults>
  <a:extraClrSchemeLst/>
  <a:custClrLst>
    <a:custClr name="Ocean Blue">
      <a:srgbClr val="035970"/>
    </a:custClr>
    <a:custClr name="Night Blue">
      <a:srgbClr val="173B68"/>
    </a:custClr>
    <a:custClr name="Sky Blue">
      <a:srgbClr val="7B9AC0"/>
    </a:custClr>
    <a:custClr name="Turquoise">
      <a:srgbClr val="009A97"/>
    </a:custClr>
    <a:custClr name="Yellow">
      <a:srgbClr val="FAD022"/>
    </a:custClr>
    <a:custClr name="Orange">
      <a:srgbClr val="E96D0C"/>
    </a:custClr>
    <a:custClr name="Purple">
      <a:srgbClr val="8D1E77"/>
    </a:custClr>
    <a:custClr name="Red">
      <a:srgbClr val="AC1640"/>
    </a:custClr>
    <a:custClr name="Cyan">
      <a:srgbClr val="079EDA"/>
    </a:custClr>
    <a:custClr name="Green">
      <a:srgbClr val="508130"/>
    </a:custClr>
    <a:custClr name="Ocean Blue darker">
      <a:srgbClr val="024152"/>
    </a:custClr>
    <a:custClr name="Night Blue darker">
      <a:srgbClr val="133155"/>
    </a:custClr>
    <a:custClr name="Sky Blue darker">
      <a:srgbClr val="5179A9"/>
    </a:custClr>
    <a:custClr name="Turquoise darker">
      <a:srgbClr val="00777A"/>
    </a:custClr>
    <a:custClr name="Yellow darker">
      <a:srgbClr val="D2A000"/>
    </a:custClr>
    <a:custClr name="Orange darker">
      <a:srgbClr val="AF5009"/>
    </a:custClr>
    <a:custClr name="Purple darker">
      <a:srgbClr val="6B175B"/>
    </a:custClr>
    <a:custClr name="Red darker">
      <a:srgbClr val="76102D"/>
    </a:custClr>
    <a:custClr name="Cyan darker">
      <a:srgbClr val="05709B"/>
    </a:custClr>
    <a:custClr name="Green darker">
      <a:srgbClr val="365620"/>
    </a:custClr>
    <a:custClr name="Ocean Blue 30% lighter">
      <a:srgbClr val="4F8B9B"/>
    </a:custClr>
    <a:custClr name="Night Blue 30% lighter">
      <a:srgbClr val="687F9D"/>
    </a:custClr>
    <a:custClr name="Sky Blue 30% lighter">
      <a:srgbClr val="A8BED4"/>
    </a:custClr>
    <a:custClr name="Turquoise 30% lighter">
      <a:srgbClr val="66C2C1"/>
    </a:custClr>
    <a:custClr name="Yellow 30% lighter">
      <a:srgbClr val="FCE37A"/>
    </a:custClr>
    <a:custClr name="Orange 30% lighter">
      <a:srgbClr val="F69954"/>
    </a:custClr>
    <a:custClr name="Purple 30% lighter">
      <a:srgbClr val="BB78AD"/>
    </a:custClr>
    <a:custClr name="Red 30% lighter">
      <a:srgbClr val="CD738C"/>
    </a:custClr>
    <a:custClr name="Cyan 30% lighter">
      <a:srgbClr val="6DCBF1"/>
    </a:custClr>
    <a:custClr name="Green 30% lighter">
      <a:srgbClr val="8BB86D"/>
    </a:custClr>
    <a:custClr name="Ocean Blue 60% lighter">
      <a:srgbClr val="A7C5CD"/>
    </a:custClr>
    <a:custClr name="Night Blue 60% lighter">
      <a:srgbClr val="B9C4D1"/>
    </a:custClr>
    <a:custClr name="Sky Blue 60% lighter">
      <a:srgbClr val="D0DDE8"/>
    </a:custClr>
    <a:custClr name="Turquoise 60% lighter">
      <a:srgbClr val="B2E0E0"/>
    </a:custClr>
    <a:custClr name="Yellow 60% lighter">
      <a:srgbClr val="FDF1BC"/>
    </a:custClr>
    <a:custClr name="Orange 60% lighter">
      <a:srgbClr val="FBCCA9"/>
    </a:custClr>
    <a:custClr name="Purple 60% lighter">
      <a:srgbClr val="DDBBD6"/>
    </a:custClr>
    <a:custClr name="Red 60% lighter">
      <a:srgbClr val="E6B9C5"/>
    </a:custClr>
    <a:custClr name="Cyan 60% lighter">
      <a:srgbClr val="B1E7FD"/>
    </a:custClr>
    <a:custClr name="Green 60% lighter">
      <a:srgbClr val="C9DEBB"/>
    </a:custClr>
  </a:custClrLst>
  <a:extLst>
    <a:ext uri="{05A4C25C-085E-4340-85A3-A5531E510DB2}">
      <thm15:themeFamily xmlns:thm15="http://schemas.microsoft.com/office/thememl/2012/main" name="blank.potx" id="{8F661DFC-580C-48F5-BBFC-5A9E3586134E}" vid="{782F7151-C61B-4C74-B48C-8E500CBD2C0C}"/>
    </a:ext>
  </a:extLst>
</a:theme>
</file>

<file path=ppt/theme/theme2.xml><?xml version="1.0" encoding="utf-8"?>
<a:theme xmlns:a="http://schemas.openxmlformats.org/drawingml/2006/main" name="Office">
  <a:themeElements>
    <a:clrScheme name="BMW Group 2021">
      <a:dk1>
        <a:srgbClr val="000000"/>
      </a:dk1>
      <a:lt1>
        <a:srgbClr val="FFFFFF"/>
      </a:lt1>
      <a:dk2>
        <a:srgbClr val="035970"/>
      </a:dk2>
      <a:lt2>
        <a:srgbClr val="92A2BD"/>
      </a:lt2>
      <a:accent1>
        <a:srgbClr val="548D9E"/>
      </a:accent1>
      <a:accent2>
        <a:srgbClr val="85ACB9"/>
      </a:accent2>
      <a:accent3>
        <a:srgbClr val="ABC4CF"/>
      </a:accent3>
      <a:accent4>
        <a:srgbClr val="C8D7E0"/>
      </a:accent4>
      <a:accent5>
        <a:srgbClr val="DEE5EC"/>
      </a:accent5>
      <a:accent6>
        <a:srgbClr val="E8EBF1"/>
      </a:accent6>
      <a:hlink>
        <a:srgbClr val="000000"/>
      </a:hlink>
      <a:folHlink>
        <a:srgbClr val="0000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6efc58d-653a-435a-a55c-60d45d00242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0C9993A762392440B9D7FE02FB1F1C7C" ma:contentTypeVersion="16" ma:contentTypeDescription="Ein neues Dokument erstellen." ma:contentTypeScope="" ma:versionID="ed77a446ac7d60fe5a69fa4d73ba1b77">
  <xsd:schema xmlns:xsd="http://www.w3.org/2001/XMLSchema" xmlns:xs="http://www.w3.org/2001/XMLSchema" xmlns:p="http://schemas.microsoft.com/office/2006/metadata/properties" xmlns:ns3="46efc58d-653a-435a-a55c-60d45d002427" xmlns:ns4="3b59e19a-dcf5-4e1f-af4e-97f1615661ef" targetNamespace="http://schemas.microsoft.com/office/2006/metadata/properties" ma:root="true" ma:fieldsID="b74ede8119b22f6c97fe5b2520984cd4" ns3:_="" ns4:_="">
    <xsd:import namespace="46efc58d-653a-435a-a55c-60d45d002427"/>
    <xsd:import namespace="3b59e19a-dcf5-4e1f-af4e-97f1615661e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efc58d-653a-435a-a55c-60d45d00242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59e19a-dcf5-4e1f-af4e-97f1615661ef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F058727-59DB-4643-ABA9-B264DCEFDF6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CFCD65-5E41-44CF-873A-DAEC5C00A6EC}">
  <ds:schemaRefs>
    <ds:schemaRef ds:uri="http://purl.org/dc/terms/"/>
    <ds:schemaRef ds:uri="3b59e19a-dcf5-4e1f-af4e-97f1615661ef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http://schemas.microsoft.com/office/infopath/2007/PartnerControls"/>
    <ds:schemaRef ds:uri="46efc58d-653a-435a-a55c-60d45d002427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CD519ED-7C02-4C6F-ADF5-8A862159DB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efc58d-653a-435a-a55c-60d45d002427"/>
    <ds:schemaRef ds:uri="3b59e19a-dcf5-4e1f-af4e-97f1615661e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6935750-240b-48e4-a615-66942a738439}" enabled="1" method="Standard" siteId="{ce849bab-cc1c-465b-b62e-18f07c9ac198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589</Words>
  <Application>Microsoft Office PowerPoint</Application>
  <PresentationFormat>Widescreen</PresentationFormat>
  <Paragraphs>64</Paragraphs>
  <Slides>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Aptos</vt:lpstr>
      <vt:lpstr>Arial</vt:lpstr>
      <vt:lpstr>BMW Group Condensed</vt:lpstr>
      <vt:lpstr>BMWGroupTN Condensed</vt:lpstr>
      <vt:lpstr>Times New Roman</vt:lpstr>
      <vt:lpstr>Wingdings</vt:lpstr>
      <vt:lpstr>BMW Group</vt:lpstr>
      <vt:lpstr>think-cell Folie</vt:lpstr>
      <vt:lpstr>Case Study: Automating Duplicate Key Matching Using Power Query</vt:lpstr>
      <vt:lpstr>ABSTRACT</vt:lpstr>
      <vt:lpstr>Solution approach</vt:lpstr>
      <vt:lpstr>Solution approach</vt:lpstr>
      <vt:lpstr>outcomes</vt:lpstr>
      <vt:lpstr>Knowledge transfer and documentation</vt:lpstr>
      <vt:lpstr>conclusion</vt:lpstr>
      <vt:lpstr>Visual workflow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Nagarajan Ganesh Kumar, TV-4352</dc:creator>
  <cp:lastModifiedBy>Nagarajan Ganesh Kumar, TV-4352</cp:lastModifiedBy>
  <cp:revision>3</cp:revision>
  <dcterms:created xsi:type="dcterms:W3CDTF">2025-11-24T03:36:09Z</dcterms:created>
  <dcterms:modified xsi:type="dcterms:W3CDTF">2025-11-24T06:17:14Z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0x0101000C9993A762392440B9D7FE02FB1F1C7C</vt:lpwstr>
  </property>
  <property fmtid="{D5CDD505-2E9C-101B-9397-08002B2CF9AE}" pid="3" name="MSIP_Label_e6935750-240b-48e4-a615-66942a738439_Enabled">
    <vt:lpwstr>true</vt:lpwstr>
  </property>
  <property fmtid="{D5CDD505-2E9C-101B-9397-08002B2CF9AE}" pid="4" name="MSIP_Label_e6935750-240b-48e4-a615-66942a738439_SetDate">
    <vt:lpwstr>2025-08-04T07:35:46Z</vt:lpwstr>
  </property>
  <property fmtid="{D5CDD505-2E9C-101B-9397-08002B2CF9AE}" pid="5" name="MSIP_Label_e6935750-240b-48e4-a615-66942a738439_Method">
    <vt:lpwstr>Standard</vt:lpwstr>
  </property>
  <property fmtid="{D5CDD505-2E9C-101B-9397-08002B2CF9AE}" pid="6" name="MSIP_Label_e6935750-240b-48e4-a615-66942a738439_Name">
    <vt:lpwstr>e6935750-240b-48e4-a615-66942a738439</vt:lpwstr>
  </property>
  <property fmtid="{D5CDD505-2E9C-101B-9397-08002B2CF9AE}" pid="7" name="MSIP_Label_e6935750-240b-48e4-a615-66942a738439_SiteId">
    <vt:lpwstr>ce849bab-cc1c-465b-b62e-18f07c9ac198</vt:lpwstr>
  </property>
  <property fmtid="{D5CDD505-2E9C-101B-9397-08002B2CF9AE}" pid="8" name="MSIP_Label_e6935750-240b-48e4-a615-66942a738439_ActionId">
    <vt:lpwstr>825cc886-d864-4ebd-8fa8-13049a8131e7</vt:lpwstr>
  </property>
  <property fmtid="{D5CDD505-2E9C-101B-9397-08002B2CF9AE}" pid="9" name="MSIP_Label_e6935750-240b-48e4-a615-66942a738439_ContentBits">
    <vt:lpwstr>2</vt:lpwstr>
  </property>
  <property fmtid="{D5CDD505-2E9C-101B-9397-08002B2CF9AE}" pid="10" name="MSIP_Label_e6935750-240b-48e4-a615-66942a738439_Tag">
    <vt:lpwstr>10, 3, 0, 1</vt:lpwstr>
  </property>
  <property fmtid="{D5CDD505-2E9C-101B-9397-08002B2CF9AE}" pid="11" name="ClassificationContentMarkingFooterLocations">
    <vt:lpwstr>BMW Group 2021:4</vt:lpwstr>
  </property>
  <property fmtid="{D5CDD505-2E9C-101B-9397-08002B2CF9AE}" pid="12" name="ClassificationContentMarkingFooterText">
    <vt:lpwstr>CONFIDENTIAL</vt:lpwstr>
  </property>
</Properties>
</file>